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3a6561d2ea412d" /><Relationship Type="http://schemas.openxmlformats.org/officeDocument/2006/relationships/extended-properties" Target="/docProps/app.xml" Id="R398adc13f41d4b02" /><Relationship Type="http://schemas.openxmlformats.org/officeDocument/2006/relationships/officeDocument" Target="/ppt/presentation.xml" Id="R62a404a61fc942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64697e9955454d"/>
  </p:sldMasterIdLst>
  <p:notesMasterIdLst>
    <p:notesMasterId xmlns:r="http://schemas.openxmlformats.org/officeDocument/2006/relationships" r:id="Rde895d84244a41e7"/>
  </p:notesMasterIdLst>
  <p:sldIdLst>
    <p:sldId xmlns:r="http://schemas.openxmlformats.org/officeDocument/2006/relationships" id="256" r:id="R945bd88dcc16455b"/>
    <p:sldId xmlns:r="http://schemas.openxmlformats.org/officeDocument/2006/relationships" id="257" r:id="R8634aea58e254409"/>
    <p:sldId xmlns:r="http://schemas.openxmlformats.org/officeDocument/2006/relationships" id="258" r:id="R0c543b8d2fa0420a"/>
    <p:sldId xmlns:r="http://schemas.openxmlformats.org/officeDocument/2006/relationships" id="259" r:id="R93179c54690f4c05"/>
    <p:sldId xmlns:r="http://schemas.openxmlformats.org/officeDocument/2006/relationships" id="260" r:id="R7f038b6cf7844100"/>
    <p:sldId xmlns:r="http://schemas.openxmlformats.org/officeDocument/2006/relationships" id="261" r:id="R58ae2de6c1e04aae"/>
    <p:sldId xmlns:r="http://schemas.openxmlformats.org/officeDocument/2006/relationships" id="262" r:id="R43d483bb9cd64a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4d5af05731438a" /><Relationship Type="http://schemas.openxmlformats.org/officeDocument/2006/relationships/slideMaster" Target="/ppt/slideMasters/slideMaster1.xml" Id="R7564697e9955454d" /><Relationship Type="http://schemas.openxmlformats.org/officeDocument/2006/relationships/notesMaster" Target="/ppt/notesMasters/notesMaster1.xml" Id="Rde895d84244a41e7" /><Relationship Type="http://schemas.openxmlformats.org/officeDocument/2006/relationships/presProps" Target="/ppt/presProps.xml" Id="Rdeb5d37beb104b0c" /><Relationship Type="http://schemas.openxmlformats.org/officeDocument/2006/relationships/tableStyles" Target="/ppt/tableStyles.xml" Id="R922321f5b12b4e8c" /><Relationship Type="http://schemas.openxmlformats.org/officeDocument/2006/relationships/slide" Target="/ppt/slides/slide1.xml" Id="R945bd88dcc16455b" /><Relationship Type="http://schemas.openxmlformats.org/officeDocument/2006/relationships/slide" Target="/ppt/slides/slide2.xml" Id="R8634aea58e254409" /><Relationship Type="http://schemas.openxmlformats.org/officeDocument/2006/relationships/slide" Target="/ppt/slides/slide3.xml" Id="R0c543b8d2fa0420a" /><Relationship Type="http://schemas.openxmlformats.org/officeDocument/2006/relationships/slide" Target="/ppt/slides/slide4.xml" Id="R93179c54690f4c05" /><Relationship Type="http://schemas.openxmlformats.org/officeDocument/2006/relationships/slide" Target="/ppt/slides/slide5.xml" Id="R7f038b6cf7844100" /><Relationship Type="http://schemas.openxmlformats.org/officeDocument/2006/relationships/slide" Target="/ppt/slides/slide6.xml" Id="R58ae2de6c1e04aae" /><Relationship Type="http://schemas.openxmlformats.org/officeDocument/2006/relationships/slide" Target="/ppt/slides/slide7.xml" Id="R43d483bb9cd64a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d66ee1385d47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96f66d59da4ad5" /><Relationship Type="http://schemas.openxmlformats.org/officeDocument/2006/relationships/notesMaster" Target="/ppt/notesMasters/notesMaster1.xml" Id="R70d95d02e1cf48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6f66c6f8974b63" /><Relationship Type="http://schemas.openxmlformats.org/officeDocument/2006/relationships/notesMaster" Target="/ppt/notesMasters/notesMaster1.xml" Id="R3ab428c5246c41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40a59898254f00" /><Relationship Type="http://schemas.openxmlformats.org/officeDocument/2006/relationships/notesMaster" Target="/ppt/notesMasters/notesMaster1.xml" Id="R811de9553bd648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d2825887634b09" /><Relationship Type="http://schemas.openxmlformats.org/officeDocument/2006/relationships/notesMaster" Target="/ppt/notesMasters/notesMaster1.xml" Id="R52adcd9ead3a44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5484e447294173" /><Relationship Type="http://schemas.openxmlformats.org/officeDocument/2006/relationships/notesMaster" Target="/ppt/notesMasters/notesMaster1.xml" Id="Ra74057d759d146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6ee945d984419a" /><Relationship Type="http://schemas.openxmlformats.org/officeDocument/2006/relationships/notesMaster" Target="/ppt/notesMasters/notesMaster1.xml" Id="Rec3f6a9fb31849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75ecce7e7e4117" /><Relationship Type="http://schemas.openxmlformats.org/officeDocument/2006/relationships/notesMaster" Target="/ppt/notesMasters/notesMaster1.xml" Id="Re81dc34e38c640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5b204f9734b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2618df76940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517fc84db43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2d6b1489f4d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bda52cea5f42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bea27a76a441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dbc6bf59e4f6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a808626d47429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273faab8547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fb7dfeea64d2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e513f65ff416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29050F-50E6-092D-CF11-5631087B4A3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2AA548-0A2B-92C0-4722-CEE331813B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9E411F-03D2-29EC-0661-A222AE9F4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D43137-1791-189D-BF48-DFA7E4B650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473CD2-8E67-2A80-6FE5-43A7088511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8FD523-C177-BBEE-862B-34A2BC175A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F0AD45-2882-E01C-23DA-5ED2E7F867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36E217-17B0-2815-0266-D1D35CF901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8955D6-A643-07B1-3FF2-03371A54B1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B11535-0C29-3D7C-AFA3-297CB1229F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E4A3A2-7FBB-C974-C87E-D1F94BAF3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CEC84D-B023-E881-1AE3-908F9801F5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184471-8538-F066-41B6-5D44628DAD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7F78B9-F2FB-FA39-3A11-ACB538D28C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97C0C2-99CF-57CB-079A-23FC070FF6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E3A3297-F365-1CDC-3300-391C9E5BDC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5FC44FC-36E9-D647-186A-F55C13E94C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FB16E6E-9DDA-ADB3-968E-4C022DCCA2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056BFEA-6ADF-F1F6-8101-E6FA9A0A6E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A2DE37-E0EB-4166-8CC2-A20D91529E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374F60D-9FAC-7EE2-2149-FA506689DD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2E532F-1AC6-1F30-A9D0-DC4E89670A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F45BDC-2B47-0C7E-A771-CBA841A7E9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5C4D482-D076-9983-E233-DCF3F8E529C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B575027-0E2A-EA6D-3FFA-AE10D0BB0F8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233BAA3-5207-106F-F273-F0AA09D4D67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FC727FA-BFF0-2EEB-3FE3-5D4D39A509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A816985-065E-5C42-1E1F-EE03BF83A1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1CCAD76-321D-87E7-0F4E-17AE3D9A74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B49283-7B33-B155-FA44-6A1659C5F3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DBA95CB-E124-DFD8-E061-B1ABD8D62A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EF7B373-376B-AAD0-3763-F37761A548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99A1CFC-F3A6-727C-8CC7-A7C6D88916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8A3BFDD-C3B6-B523-2DDF-466A3EEA71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3396837-797C-F2DF-9BF1-0AF6631F89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6E03FB8-A523-942C-58D2-35FFD7962C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BF1970-BD1D-D6E7-FDDF-1AC1474B5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99AB533-5E16-D7CB-B16E-08CA40C6A6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CB1D237-3E10-920C-85B8-7DDDC50289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20FD4E5-AB8A-26C3-556C-4193D64724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E71A660-7960-1B53-BC0A-4ECC8D53D0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B04D4A0-93A3-EE37-1402-DB113A98C4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F2C3C3-880C-5A3C-130F-A6C360A12E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8EA3609-72BB-CF3D-7B15-566177DD47A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F8C9CA5-1119-11B9-7639-3BB666D7FB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B371469-D730-61E5-AAEF-3615C219D1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316649-0CFB-53D3-A204-4C4CE9C39F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25ABBBA-54D1-3F23-8A75-9557D2FEBC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B1720A-BCB7-CB0D-2FC6-49F685AC7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3FED78-B473-9888-7CAB-DE86FDF05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F34BB1-A2FB-4159-F851-219AAF038B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F82F8A-70E4-31E6-9CE0-E5B518EEEF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91656D-E8F4-E677-4C5B-07CFF1D757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2274FB9-C760-8084-9EC8-D214CB271A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9EB649D-7E17-82A0-FBE5-815F29EA2E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39A4F4-A1A3-9F7E-5255-D652C8562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E95CA4-FA4E-6809-3BCD-927C8892DB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8AE23E-48FB-ED94-09B9-ADE12ADEB4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bdbb28ae904b6c" /><Relationship Type="http://schemas.openxmlformats.org/officeDocument/2006/relationships/slideLayout" Target="/ppt/slideLayouts/slideLayout1.xml" Id="R79a364e6a14b45b2" /><Relationship Type="http://schemas.openxmlformats.org/officeDocument/2006/relationships/slideLayout" Target="/ppt/slideLayouts/slideLayout2.xml" Id="R95d00dce318d43aa" /><Relationship Type="http://schemas.openxmlformats.org/officeDocument/2006/relationships/slideLayout" Target="/ppt/slideLayouts/slideLayout3.xml" Id="R5a8d66c48b4942ba" /><Relationship Type="http://schemas.openxmlformats.org/officeDocument/2006/relationships/slideLayout" Target="/ppt/slideLayouts/slideLayout4.xml" Id="R2abe55238e754a12" /><Relationship Type="http://schemas.openxmlformats.org/officeDocument/2006/relationships/slideLayout" Target="/ppt/slideLayouts/slideLayout5.xml" Id="R1ad568c20711403c" /><Relationship Type="http://schemas.openxmlformats.org/officeDocument/2006/relationships/slideLayout" Target="/ppt/slideLayouts/slideLayout6.xml" Id="R8378921c15184aee" /><Relationship Type="http://schemas.openxmlformats.org/officeDocument/2006/relationships/slideLayout" Target="/ppt/slideLayouts/slideLayout7.xml" Id="Rfb51c26be6344d71" /><Relationship Type="http://schemas.openxmlformats.org/officeDocument/2006/relationships/slideLayout" Target="/ppt/slideLayouts/slideLayout8.xml" Id="Ra74701764e124270" /><Relationship Type="http://schemas.openxmlformats.org/officeDocument/2006/relationships/slideLayout" Target="/ppt/slideLayouts/slideLayout9.xml" Id="R35c432e64b5b4897" /><Relationship Type="http://schemas.openxmlformats.org/officeDocument/2006/relationships/slideLayout" Target="/ppt/slideLayouts/slideLayout10.xml" Id="Rbfd818a044d44a55" /><Relationship Type="http://schemas.openxmlformats.org/officeDocument/2006/relationships/slideLayout" Target="/ppt/slideLayouts/slideLayout11.xml" Id="R294627dfe3ec4ae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B994A1A-96F8-EB13-A991-A323ADAB3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1FD2DE-151A-4FDF-8002-42345EB6BB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562C2C-05DF-78D7-131F-6301999EBD4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88BBD89-1949-40E0-A434-238510295DB6}" type="datetimeFigureOut">
              <a:t>9/16/2025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F5DED8-C63D-9E0D-D816-F424362B56E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774600-8689-E3E3-C0D7-44393119B99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2B20CCE-3505-4F44-8AF4-81BB7301C9A3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a364e6a14b45b2"/>
    <p:sldLayoutId xmlns:r="http://schemas.openxmlformats.org/officeDocument/2006/relationships" id="2147483650" r:id="R95d00dce318d43aa"/>
    <p:sldLayoutId xmlns:r="http://schemas.openxmlformats.org/officeDocument/2006/relationships" id="2147483651" r:id="R5a8d66c48b4942ba"/>
    <p:sldLayoutId xmlns:r="http://schemas.openxmlformats.org/officeDocument/2006/relationships" id="2147483652" r:id="R2abe55238e754a12"/>
    <p:sldLayoutId xmlns:r="http://schemas.openxmlformats.org/officeDocument/2006/relationships" id="2147483653" r:id="R1ad568c20711403c"/>
    <p:sldLayoutId xmlns:r="http://schemas.openxmlformats.org/officeDocument/2006/relationships" id="2147483654" r:id="R8378921c15184aee"/>
    <p:sldLayoutId xmlns:r="http://schemas.openxmlformats.org/officeDocument/2006/relationships" id="2147483655" r:id="Rfb51c26be6344d71"/>
    <p:sldLayoutId xmlns:r="http://schemas.openxmlformats.org/officeDocument/2006/relationships" id="2147483656" r:id="Ra74701764e124270"/>
    <p:sldLayoutId xmlns:r="http://schemas.openxmlformats.org/officeDocument/2006/relationships" id="2147483657" r:id="R35c432e64b5b4897"/>
    <p:sldLayoutId xmlns:r="http://schemas.openxmlformats.org/officeDocument/2006/relationships" id="2147483658" r:id="Rbfd818a044d44a55"/>
    <p:sldLayoutId xmlns:r="http://schemas.openxmlformats.org/officeDocument/2006/relationships" id="2147483659" r:id="R294627dfe3ec4a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cb1d6f561470c" /><Relationship Type="http://schemas.openxmlformats.org/officeDocument/2006/relationships/image" Target="/ppt/media/image.png" Id="R1f1fb07d3411470c" /><Relationship Type="http://schemas.openxmlformats.org/officeDocument/2006/relationships/image" Target="/ppt/media/image2.png" Id="R47964f229a0847a5" /><Relationship Type="http://schemas.openxmlformats.org/officeDocument/2006/relationships/image" Target="/ppt/media/image3.png" Id="R2f48421a44af4e43" /><Relationship Type="http://schemas.openxmlformats.org/officeDocument/2006/relationships/notesSlide" Target="/ppt/notesSlides/notesSlide1.xml" Id="R85902463bbe148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ee3a51b774f2f" /><Relationship Type="http://schemas.openxmlformats.org/officeDocument/2006/relationships/image" Target="/ppt/media/image4.png" Id="R6561aa1dfd514026" /><Relationship Type="http://schemas.openxmlformats.org/officeDocument/2006/relationships/notesSlide" Target="/ppt/notesSlides/notesSlide2.xml" Id="Rf89d3190bfb54b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71196c7004d38" /><Relationship Type="http://schemas.openxmlformats.org/officeDocument/2006/relationships/image" Target="/ppt/media/image5.png" Id="Rdf5bf1a445fa41f2" /><Relationship Type="http://schemas.openxmlformats.org/officeDocument/2006/relationships/notesSlide" Target="/ppt/notesSlides/notesSlide3.xml" Id="R4af9dd0663054a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ca96a09fc442e" /><Relationship Type="http://schemas.openxmlformats.org/officeDocument/2006/relationships/image" Target="/ppt/media/image6.png" Id="Rc47a23f96da548ef" /><Relationship Type="http://schemas.openxmlformats.org/officeDocument/2006/relationships/notesSlide" Target="/ppt/notesSlides/notesSlide4.xml" Id="Rcf9d1f79d62348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95dc6dc834c44" /><Relationship Type="http://schemas.openxmlformats.org/officeDocument/2006/relationships/image" Target="/ppt/media/image.jpeg" Id="R9e30c53a67114c2d" /><Relationship Type="http://schemas.openxmlformats.org/officeDocument/2006/relationships/notesSlide" Target="/ppt/notesSlides/notesSlide5.xml" Id="Rfeb63f197a364b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f174e9e8b4d25" /><Relationship Type="http://schemas.openxmlformats.org/officeDocument/2006/relationships/image" Target="/ppt/media/image7.png" Id="R76eda97658b148db" /><Relationship Type="http://schemas.openxmlformats.org/officeDocument/2006/relationships/notesSlide" Target="/ppt/notesSlides/notesSlide6.xml" Id="R79a4e0a362d04b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b6c9fea954ee7" /><Relationship Type="http://schemas.openxmlformats.org/officeDocument/2006/relationships/image" Target="/ppt/media/image8.png" Id="R41fc25c4785b483f" /><Relationship Type="http://schemas.openxmlformats.org/officeDocument/2006/relationships/image" Target="/ppt/media/image9.png" Id="R500a579da9974180" /><Relationship Type="http://schemas.openxmlformats.org/officeDocument/2006/relationships/image" Target="/ppt/media/image2.jpeg" Id="Rfaa0503f2c6646e0" /><Relationship Type="http://schemas.openxmlformats.org/officeDocument/2006/relationships/notesSlide" Target="/ppt/notesSlides/notesSlide7.xml" Id="Rdb12f808aa8c46b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D77D3B0-21E2-E202-FF15-8029B5E6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547" y="1827423"/>
            <a:ext cx="7422642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i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you someone who wants to build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12" name="Freeform: Shape 11">
            <a:extLst xmlns:a="http://schemas.openxmlformats.org/drawingml/2006/main">
              <a:ext uri="{FF2B5EF4-FFF2-40B4-BE49-F238E27FC236}">
                <a16:creationId xmlns:a16="http://schemas.microsoft.com/office/drawing/2014/main" id="{C315478E-B518-600D-A8BC-D413517E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8288"/>
            <a:ext cx="12207240" cy="768096"/>
          </a:xfrm>
          <a:custGeom xmlns:a="http://schemas.openxmlformats.org/drawingml/2006/main">
            <a:rect l="l" t="t" r="r" b="b"/>
            <a:pathLst>
              <a:path w="12207240" h="768096">
                <a:moveTo>
                  <a:pt x="0" y="27432"/>
                </a:moveTo>
                <a:cubicBezTo>
                  <a:pt x="42672" y="70104"/>
                  <a:pt x="91808" y="107170"/>
                  <a:pt x="128016" y="155448"/>
                </a:cubicBezTo>
                <a:cubicBezTo>
                  <a:pt x="166613" y="206910"/>
                  <a:pt x="188298" y="243008"/>
                  <a:pt x="237744" y="283464"/>
                </a:cubicBezTo>
                <a:cubicBezTo>
                  <a:pt x="266619" y="307089"/>
                  <a:pt x="315127" y="324466"/>
                  <a:pt x="347472" y="338328"/>
                </a:cubicBezTo>
                <a:cubicBezTo>
                  <a:pt x="393192" y="323088"/>
                  <a:pt x="442404" y="315833"/>
                  <a:pt x="484632" y="292608"/>
                </a:cubicBezTo>
                <a:cubicBezTo>
                  <a:pt x="505491" y="281136"/>
                  <a:pt x="514205" y="255236"/>
                  <a:pt x="530352" y="237744"/>
                </a:cubicBezTo>
                <a:cubicBezTo>
                  <a:pt x="550818" y="215572"/>
                  <a:pt x="573894" y="195908"/>
                  <a:pt x="594360" y="173736"/>
                </a:cubicBezTo>
                <a:cubicBezTo>
                  <a:pt x="661887" y="100582"/>
                  <a:pt x="613453" y="136623"/>
                  <a:pt x="667512" y="100584"/>
                </a:cubicBezTo>
                <a:cubicBezTo>
                  <a:pt x="697992" y="115824"/>
                  <a:pt x="733200" y="123985"/>
                  <a:pt x="758952" y="146304"/>
                </a:cubicBezTo>
                <a:cubicBezTo>
                  <a:pt x="780682" y="165136"/>
                  <a:pt x="786264" y="197366"/>
                  <a:pt x="804672" y="219456"/>
                </a:cubicBezTo>
                <a:cubicBezTo>
                  <a:pt x="817166" y="234449"/>
                  <a:pt x="835152" y="243840"/>
                  <a:pt x="850392" y="256032"/>
                </a:cubicBezTo>
                <a:cubicBezTo>
                  <a:pt x="868680" y="252984"/>
                  <a:pt x="890720" y="258396"/>
                  <a:pt x="905256" y="246888"/>
                </a:cubicBezTo>
                <a:cubicBezTo>
                  <a:pt x="966090" y="198728"/>
                  <a:pt x="1000450" y="116995"/>
                  <a:pt x="1069848" y="82296"/>
                </a:cubicBezTo>
                <a:cubicBezTo>
                  <a:pt x="1139393" y="47523"/>
                  <a:pt x="1105728" y="62458"/>
                  <a:pt x="1170432" y="36576"/>
                </a:cubicBezTo>
                <a:cubicBezTo>
                  <a:pt x="1225176" y="54824"/>
                  <a:pt x="1201188" y="39963"/>
                  <a:pt x="1243584" y="128016"/>
                </a:cubicBezTo>
                <a:cubicBezTo>
                  <a:pt x="1269630" y="182111"/>
                  <a:pt x="1295831" y="236326"/>
                  <a:pt x="1316736" y="292608"/>
                </a:cubicBezTo>
                <a:cubicBezTo>
                  <a:pt x="1388609" y="486113"/>
                  <a:pt x="1336488" y="430135"/>
                  <a:pt x="1426464" y="640080"/>
                </a:cubicBezTo>
                <a:cubicBezTo>
                  <a:pt x="1436793" y="664180"/>
                  <a:pt x="1456944" y="682752"/>
                  <a:pt x="1472184" y="704088"/>
                </a:cubicBezTo>
                <a:cubicBezTo>
                  <a:pt x="1642228" y="670079"/>
                  <a:pt x="1617123" y="691571"/>
                  <a:pt x="1792224" y="475488"/>
                </a:cubicBezTo>
                <a:cubicBezTo>
                  <a:pt x="1875650" y="372537"/>
                  <a:pt x="1946901" y="167596"/>
                  <a:pt x="2075688" y="73152"/>
                </a:cubicBezTo>
                <a:cubicBezTo>
                  <a:pt x="2091233" y="61752"/>
                  <a:pt x="2112264" y="60960"/>
                  <a:pt x="2130552" y="54864"/>
                </a:cubicBezTo>
                <a:cubicBezTo>
                  <a:pt x="2241683" y="77090"/>
                  <a:pt x="2107572" y="41476"/>
                  <a:pt x="2276856" y="164592"/>
                </a:cubicBezTo>
                <a:cubicBezTo>
                  <a:pt x="2306641" y="186254"/>
                  <a:pt x="2343912" y="195072"/>
                  <a:pt x="2377440" y="210312"/>
                </a:cubicBezTo>
                <a:cubicBezTo>
                  <a:pt x="2561429" y="67209"/>
                  <a:pt x="2473064" y="73675"/>
                  <a:pt x="2615184" y="91440"/>
                </a:cubicBezTo>
                <a:cubicBezTo>
                  <a:pt x="2642616" y="109728"/>
                  <a:pt x="2665495" y="138308"/>
                  <a:pt x="2697480" y="146304"/>
                </a:cubicBezTo>
                <a:cubicBezTo>
                  <a:pt x="2740805" y="157135"/>
                  <a:pt x="2812403" y="89830"/>
                  <a:pt x="2834640" y="73152"/>
                </a:cubicBezTo>
                <a:cubicBezTo>
                  <a:pt x="2877312" y="79248"/>
                  <a:pt x="2919600" y="89390"/>
                  <a:pt x="2962656" y="91440"/>
                </a:cubicBezTo>
                <a:cubicBezTo>
                  <a:pt x="2984184" y="92465"/>
                  <a:pt x="3005111" y="82296"/>
                  <a:pt x="3026664" y="82296"/>
                </a:cubicBezTo>
                <a:cubicBezTo>
                  <a:pt x="3063367" y="82296"/>
                  <a:pt x="3099816" y="88392"/>
                  <a:pt x="3136392" y="91440"/>
                </a:cubicBezTo>
                <a:cubicBezTo>
                  <a:pt x="3182112" y="88392"/>
                  <a:pt x="3229214" y="70730"/>
                  <a:pt x="3273552" y="82296"/>
                </a:cubicBezTo>
                <a:cubicBezTo>
                  <a:pt x="3300574" y="89345"/>
                  <a:pt x="3408722" y="213987"/>
                  <a:pt x="3419856" y="228600"/>
                </a:cubicBezTo>
                <a:cubicBezTo>
                  <a:pt x="3446497" y="263566"/>
                  <a:pt x="3470858" y="300357"/>
                  <a:pt x="3493008" y="338328"/>
                </a:cubicBezTo>
                <a:cubicBezTo>
                  <a:pt x="3513613" y="373651"/>
                  <a:pt x="3527267" y="412733"/>
                  <a:pt x="3547872" y="448056"/>
                </a:cubicBezTo>
                <a:cubicBezTo>
                  <a:pt x="3590953" y="521910"/>
                  <a:pt x="3632625" y="591017"/>
                  <a:pt x="3712464" y="630936"/>
                </a:cubicBezTo>
                <a:cubicBezTo>
                  <a:pt x="3734443" y="641926"/>
                  <a:pt x="3761232" y="637032"/>
                  <a:pt x="3785616" y="640080"/>
                </a:cubicBezTo>
                <a:cubicBezTo>
                  <a:pt x="3822192" y="624840"/>
                  <a:pt x="3867985" y="623022"/>
                  <a:pt x="3895344" y="594360"/>
                </a:cubicBezTo>
                <a:cubicBezTo>
                  <a:pt x="3935826" y="551950"/>
                  <a:pt x="3948735" y="489921"/>
                  <a:pt x="3977640" y="438912"/>
                </a:cubicBezTo>
                <a:cubicBezTo>
                  <a:pt x="4000578" y="398434"/>
                  <a:pt x="4024223" y="358233"/>
                  <a:pt x="4050792" y="320040"/>
                </a:cubicBezTo>
                <a:cubicBezTo>
                  <a:pt x="4083617" y="272855"/>
                  <a:pt x="4119724" y="223237"/>
                  <a:pt x="4169664" y="192024"/>
                </a:cubicBezTo>
                <a:cubicBezTo>
                  <a:pt x="4177838" y="186916"/>
                  <a:pt x="4187952" y="185928"/>
                  <a:pt x="4197096" y="182880"/>
                </a:cubicBezTo>
                <a:cubicBezTo>
                  <a:pt x="4307784" y="227155"/>
                  <a:pt x="4167112" y="162340"/>
                  <a:pt x="4325112" y="301752"/>
                </a:cubicBezTo>
                <a:cubicBezTo>
                  <a:pt x="4345554" y="319789"/>
                  <a:pt x="4373880" y="326136"/>
                  <a:pt x="4398264" y="338328"/>
                </a:cubicBezTo>
                <a:cubicBezTo>
                  <a:pt x="4422648" y="313944"/>
                  <a:pt x="4449874" y="292104"/>
                  <a:pt x="4471416" y="265176"/>
                </a:cubicBezTo>
                <a:cubicBezTo>
                  <a:pt x="4498877" y="230850"/>
                  <a:pt x="4512736" y="185764"/>
                  <a:pt x="4544568" y="155448"/>
                </a:cubicBezTo>
                <a:cubicBezTo>
                  <a:pt x="4609949" y="93180"/>
                  <a:pt x="4667852" y="80825"/>
                  <a:pt x="4745736" y="54864"/>
                </a:cubicBezTo>
                <a:cubicBezTo>
                  <a:pt x="4785360" y="70104"/>
                  <a:pt x="4835605" y="69581"/>
                  <a:pt x="4864608" y="100584"/>
                </a:cubicBezTo>
                <a:cubicBezTo>
                  <a:pt x="4928177" y="168537"/>
                  <a:pt x="4949637" y="268300"/>
                  <a:pt x="5010912" y="338328"/>
                </a:cubicBezTo>
                <a:cubicBezTo>
                  <a:pt x="5032248" y="362712"/>
                  <a:pt x="5046680" y="395595"/>
                  <a:pt x="5074920" y="411480"/>
                </a:cubicBezTo>
                <a:cubicBezTo>
                  <a:pt x="5098976" y="425012"/>
                  <a:pt x="5129784" y="417576"/>
                  <a:pt x="5157216" y="420624"/>
                </a:cubicBezTo>
                <a:cubicBezTo>
                  <a:pt x="5214007" y="335437"/>
                  <a:pt x="5321221" y="135761"/>
                  <a:pt x="5431536" y="54864"/>
                </a:cubicBezTo>
                <a:cubicBezTo>
                  <a:pt x="5444069" y="45673"/>
                  <a:pt x="5462016" y="48768"/>
                  <a:pt x="5477256" y="45720"/>
                </a:cubicBezTo>
                <a:cubicBezTo>
                  <a:pt x="5486400" y="51816"/>
                  <a:pt x="5497987" y="55297"/>
                  <a:pt x="5504688" y="64008"/>
                </a:cubicBezTo>
                <a:cubicBezTo>
                  <a:pt x="5589305" y="174009"/>
                  <a:pt x="5574108" y="204836"/>
                  <a:pt x="5660136" y="338328"/>
                </a:cubicBezTo>
                <a:cubicBezTo>
                  <a:pt x="5713306" y="420833"/>
                  <a:pt x="5737302" y="558514"/>
                  <a:pt x="5833872" y="576072"/>
                </a:cubicBezTo>
                <a:lnTo>
                  <a:pt x="5934456" y="594360"/>
                </a:lnTo>
                <a:cubicBezTo>
                  <a:pt x="5971032" y="566928"/>
                  <a:pt x="6015232" y="547449"/>
                  <a:pt x="6044184" y="512064"/>
                </a:cubicBezTo>
                <a:cubicBezTo>
                  <a:pt x="6098810" y="445299"/>
                  <a:pt x="6137221" y="366734"/>
                  <a:pt x="6181344" y="292608"/>
                </a:cubicBezTo>
                <a:cubicBezTo>
                  <a:pt x="6259955" y="160541"/>
                  <a:pt x="6255714" y="122378"/>
                  <a:pt x="6364224" y="27432"/>
                </a:cubicBezTo>
                <a:cubicBezTo>
                  <a:pt x="6379612" y="13968"/>
                  <a:pt x="6400800" y="9144"/>
                  <a:pt x="6419088" y="0"/>
                </a:cubicBezTo>
                <a:cubicBezTo>
                  <a:pt x="6440424" y="6096"/>
                  <a:pt x="6466457" y="3607"/>
                  <a:pt x="6483096" y="18288"/>
                </a:cubicBezTo>
                <a:cubicBezTo>
                  <a:pt x="6520581" y="51363"/>
                  <a:pt x="6547292" y="95245"/>
                  <a:pt x="6574536" y="137160"/>
                </a:cubicBezTo>
                <a:cubicBezTo>
                  <a:pt x="6626670" y="217366"/>
                  <a:pt x="6649342" y="320495"/>
                  <a:pt x="6720840" y="384048"/>
                </a:cubicBezTo>
                <a:cubicBezTo>
                  <a:pt x="6748272" y="408432"/>
                  <a:pt x="6770308" y="440786"/>
                  <a:pt x="6803136" y="457200"/>
                </a:cubicBezTo>
                <a:cubicBezTo>
                  <a:pt x="6833616" y="472440"/>
                  <a:pt x="6870192" y="469392"/>
                  <a:pt x="6903720" y="475488"/>
                </a:cubicBezTo>
                <a:cubicBezTo>
                  <a:pt x="6946392" y="457200"/>
                  <a:pt x="6997451" y="451927"/>
                  <a:pt x="7031736" y="420624"/>
                </a:cubicBezTo>
                <a:cubicBezTo>
                  <a:pt x="7071111" y="384673"/>
                  <a:pt x="7084456" y="327827"/>
                  <a:pt x="7114032" y="283464"/>
                </a:cubicBezTo>
                <a:cubicBezTo>
                  <a:pt x="7133309" y="254548"/>
                  <a:pt x="7156704" y="228600"/>
                  <a:pt x="7178040" y="201168"/>
                </a:cubicBezTo>
                <a:cubicBezTo>
                  <a:pt x="7208520" y="216408"/>
                  <a:pt x="7245383" y="222791"/>
                  <a:pt x="7269480" y="246888"/>
                </a:cubicBezTo>
                <a:cubicBezTo>
                  <a:pt x="7402808" y="380216"/>
                  <a:pt x="7305792" y="375611"/>
                  <a:pt x="7452360" y="466344"/>
                </a:cubicBezTo>
                <a:cubicBezTo>
                  <a:pt x="7482694" y="485122"/>
                  <a:pt x="7519416" y="490728"/>
                  <a:pt x="7552944" y="502920"/>
                </a:cubicBezTo>
                <a:cubicBezTo>
                  <a:pt x="7583424" y="499872"/>
                  <a:pt x="7616986" y="507475"/>
                  <a:pt x="7644384" y="493776"/>
                </a:cubicBezTo>
                <a:cubicBezTo>
                  <a:pt x="7856525" y="387706"/>
                  <a:pt x="7606055" y="436550"/>
                  <a:pt x="7781544" y="411480"/>
                </a:cubicBezTo>
                <a:cubicBezTo>
                  <a:pt x="7830859" y="456686"/>
                  <a:pt x="8045983" y="659990"/>
                  <a:pt x="8083296" y="658368"/>
                </a:cubicBezTo>
                <a:cubicBezTo>
                  <a:pt x="8177104" y="654289"/>
                  <a:pt x="8235696" y="548640"/>
                  <a:pt x="8311896" y="493776"/>
                </a:cubicBezTo>
                <a:cubicBezTo>
                  <a:pt x="8357088" y="318656"/>
                  <a:pt x="8343292" y="235212"/>
                  <a:pt x="8449056" y="118872"/>
                </a:cubicBezTo>
                <a:cubicBezTo>
                  <a:pt x="8455540" y="111740"/>
                  <a:pt x="8467867" y="114039"/>
                  <a:pt x="8476488" y="109728"/>
                </a:cubicBezTo>
                <a:cubicBezTo>
                  <a:pt x="8486318" y="104813"/>
                  <a:pt x="8495477" y="98475"/>
                  <a:pt x="8503920" y="91440"/>
                </a:cubicBezTo>
                <a:cubicBezTo>
                  <a:pt x="8550615" y="52527"/>
                  <a:pt x="8508722" y="69665"/>
                  <a:pt x="8567928" y="54864"/>
                </a:cubicBezTo>
                <a:cubicBezTo>
                  <a:pt x="8580120" y="57912"/>
                  <a:pt x="8592063" y="62231"/>
                  <a:pt x="8604504" y="64008"/>
                </a:cubicBezTo>
                <a:cubicBezTo>
                  <a:pt x="8656153" y="71386"/>
                  <a:pt x="8709076" y="70733"/>
                  <a:pt x="8759952" y="82296"/>
                </a:cubicBezTo>
                <a:cubicBezTo>
                  <a:pt x="8777283" y="86235"/>
                  <a:pt x="8790432" y="100584"/>
                  <a:pt x="8805672" y="109728"/>
                </a:cubicBezTo>
                <a:cubicBezTo>
                  <a:pt x="8830056" y="106680"/>
                  <a:pt x="8856237" y="90904"/>
                  <a:pt x="8878824" y="100584"/>
                </a:cubicBezTo>
                <a:cubicBezTo>
                  <a:pt x="8904653" y="111654"/>
                  <a:pt x="8914567" y="144000"/>
                  <a:pt x="8933688" y="164592"/>
                </a:cubicBezTo>
                <a:cubicBezTo>
                  <a:pt x="8954220" y="186703"/>
                  <a:pt x="8976360" y="207264"/>
                  <a:pt x="8997696" y="228600"/>
                </a:cubicBezTo>
                <a:cubicBezTo>
                  <a:pt x="9031224" y="222504"/>
                  <a:pt x="9067139" y="224152"/>
                  <a:pt x="9098280" y="210312"/>
                </a:cubicBezTo>
                <a:cubicBezTo>
                  <a:pt x="9154871" y="185160"/>
                  <a:pt x="9155001" y="150203"/>
                  <a:pt x="9198864" y="118872"/>
                </a:cubicBezTo>
                <a:cubicBezTo>
                  <a:pt x="9206707" y="113270"/>
                  <a:pt x="9217152" y="112776"/>
                  <a:pt x="9226296" y="109728"/>
                </a:cubicBezTo>
                <a:cubicBezTo>
                  <a:pt x="9316685" y="182039"/>
                  <a:pt x="9231438" y="102348"/>
                  <a:pt x="9308592" y="228600"/>
                </a:cubicBezTo>
                <a:cubicBezTo>
                  <a:pt x="9326714" y="258254"/>
                  <a:pt x="9351264" y="283464"/>
                  <a:pt x="9372600" y="310896"/>
                </a:cubicBezTo>
                <a:cubicBezTo>
                  <a:pt x="9444164" y="287041"/>
                  <a:pt x="9391404" y="312624"/>
                  <a:pt x="9445752" y="173736"/>
                </a:cubicBezTo>
                <a:cubicBezTo>
                  <a:pt x="9481604" y="82114"/>
                  <a:pt x="9458320" y="103444"/>
                  <a:pt x="9518904" y="73152"/>
                </a:cubicBezTo>
                <a:cubicBezTo>
                  <a:pt x="9531096" y="85344"/>
                  <a:pt x="9546489" y="95016"/>
                  <a:pt x="9555480" y="109728"/>
                </a:cubicBezTo>
                <a:cubicBezTo>
                  <a:pt x="9648017" y="261153"/>
                  <a:pt x="9570406" y="213203"/>
                  <a:pt x="9656064" y="256032"/>
                </a:cubicBezTo>
                <a:cubicBezTo>
                  <a:pt x="9665208" y="246888"/>
                  <a:pt x="9675507" y="238768"/>
                  <a:pt x="9683496" y="228600"/>
                </a:cubicBezTo>
                <a:cubicBezTo>
                  <a:pt x="9709109" y="196001"/>
                  <a:pt x="9728634" y="158576"/>
                  <a:pt x="9756648" y="128016"/>
                </a:cubicBezTo>
                <a:cubicBezTo>
                  <a:pt x="9763161" y="120911"/>
                  <a:pt x="9774936" y="121920"/>
                  <a:pt x="9784080" y="118872"/>
                </a:cubicBezTo>
                <a:cubicBezTo>
                  <a:pt x="9867706" y="160685"/>
                  <a:pt x="9841151" y="135646"/>
                  <a:pt x="9902952" y="246888"/>
                </a:cubicBezTo>
                <a:cubicBezTo>
                  <a:pt x="9923626" y="284102"/>
                  <a:pt x="10060509" y="557659"/>
                  <a:pt x="10104120" y="621792"/>
                </a:cubicBezTo>
                <a:cubicBezTo>
                  <a:pt x="10120873" y="646429"/>
                  <a:pt x="10206881" y="740429"/>
                  <a:pt x="10241280" y="758952"/>
                </a:cubicBezTo>
                <a:cubicBezTo>
                  <a:pt x="10257604" y="767742"/>
                  <a:pt x="10277856" y="765048"/>
                  <a:pt x="10296144" y="768096"/>
                </a:cubicBezTo>
                <a:cubicBezTo>
                  <a:pt x="10320528" y="740664"/>
                  <a:pt x="10349398" y="716641"/>
                  <a:pt x="10369296" y="685800"/>
                </a:cubicBezTo>
                <a:cubicBezTo>
                  <a:pt x="10544307" y="414533"/>
                  <a:pt x="10419286" y="568101"/>
                  <a:pt x="10552176" y="320040"/>
                </a:cubicBezTo>
                <a:cubicBezTo>
                  <a:pt x="10594830" y="240420"/>
                  <a:pt x="10635340" y="209444"/>
                  <a:pt x="10698480" y="146304"/>
                </a:cubicBezTo>
                <a:lnTo>
                  <a:pt x="10725912" y="118872"/>
                </a:lnTo>
                <a:cubicBezTo>
                  <a:pt x="10765536" y="137160"/>
                  <a:pt x="10809871" y="147552"/>
                  <a:pt x="10844784" y="173736"/>
                </a:cubicBezTo>
                <a:cubicBezTo>
                  <a:pt x="11072254" y="344338"/>
                  <a:pt x="10816876" y="210074"/>
                  <a:pt x="10945368" y="274320"/>
                </a:cubicBezTo>
                <a:cubicBezTo>
                  <a:pt x="11043549" y="200684"/>
                  <a:pt x="10901034" y="314436"/>
                  <a:pt x="11027664" y="173736"/>
                </a:cubicBezTo>
                <a:cubicBezTo>
                  <a:pt x="11036783" y="163604"/>
                  <a:pt x="11052048" y="161544"/>
                  <a:pt x="11064240" y="155448"/>
                </a:cubicBezTo>
                <a:cubicBezTo>
                  <a:pt x="11082528" y="161544"/>
                  <a:pt x="11105145" y="160441"/>
                  <a:pt x="11119104" y="173736"/>
                </a:cubicBezTo>
                <a:cubicBezTo>
                  <a:pt x="11170820" y="222989"/>
                  <a:pt x="11205765" y="287829"/>
                  <a:pt x="11256264" y="338328"/>
                </a:cubicBezTo>
                <a:lnTo>
                  <a:pt x="11301984" y="384048"/>
                </a:lnTo>
                <a:cubicBezTo>
                  <a:pt x="11350752" y="368808"/>
                  <a:pt x="11404475" y="364616"/>
                  <a:pt x="11448288" y="338328"/>
                </a:cubicBezTo>
                <a:cubicBezTo>
                  <a:pt x="11483451" y="317230"/>
                  <a:pt x="11499449" y="273575"/>
                  <a:pt x="11530584" y="246888"/>
                </a:cubicBezTo>
                <a:cubicBezTo>
                  <a:pt x="11543046" y="236206"/>
                  <a:pt x="11561064" y="234696"/>
                  <a:pt x="11576304" y="228600"/>
                </a:cubicBezTo>
                <a:cubicBezTo>
                  <a:pt x="11597640" y="252984"/>
                  <a:pt x="11623331" y="274158"/>
                  <a:pt x="11640312" y="301752"/>
                </a:cubicBezTo>
                <a:cubicBezTo>
                  <a:pt x="11742614" y="467993"/>
                  <a:pt x="11692675" y="457856"/>
                  <a:pt x="11814048" y="603504"/>
                </a:cubicBezTo>
                <a:cubicBezTo>
                  <a:pt x="11840300" y="635006"/>
                  <a:pt x="11875008" y="658368"/>
                  <a:pt x="11905488" y="685800"/>
                </a:cubicBezTo>
                <a:cubicBezTo>
                  <a:pt x="11939016" y="667512"/>
                  <a:pt x="11980699" y="659481"/>
                  <a:pt x="12006072" y="630936"/>
                </a:cubicBezTo>
                <a:cubicBezTo>
                  <a:pt x="12032397" y="601321"/>
                  <a:pt x="12039262" y="558799"/>
                  <a:pt x="12051792" y="521208"/>
                </a:cubicBezTo>
                <a:cubicBezTo>
                  <a:pt x="12069798" y="467189"/>
                  <a:pt x="12079506" y="410635"/>
                  <a:pt x="12097512" y="356616"/>
                </a:cubicBezTo>
                <a:cubicBezTo>
                  <a:pt x="12100560" y="347472"/>
                  <a:pt x="12104565" y="338593"/>
                  <a:pt x="12106656" y="329184"/>
                </a:cubicBezTo>
                <a:cubicBezTo>
                  <a:pt x="12130773" y="220659"/>
                  <a:pt x="12098048" y="324707"/>
                  <a:pt x="12134088" y="228600"/>
                </a:cubicBezTo>
                <a:cubicBezTo>
                  <a:pt x="12137472" y="219575"/>
                  <a:pt x="12140894" y="210519"/>
                  <a:pt x="12143232" y="201168"/>
                </a:cubicBezTo>
                <a:cubicBezTo>
                  <a:pt x="12147001" y="186090"/>
                  <a:pt x="12146919" y="170000"/>
                  <a:pt x="12152376" y="155448"/>
                </a:cubicBezTo>
                <a:cubicBezTo>
                  <a:pt x="12156235" y="145158"/>
                  <a:pt x="12164568" y="137160"/>
                  <a:pt x="12170664" y="128016"/>
                </a:cubicBezTo>
                <a:lnTo>
                  <a:pt x="12188952" y="54864"/>
                </a:lnTo>
                <a:cubicBezTo>
                  <a:pt x="12199749" y="11676"/>
                  <a:pt x="12192476" y="7048"/>
                  <a:pt x="12207240" y="36576"/>
                </a:cubicBezTo>
              </a:path>
            </a:pathLst>
          </a:custGeom>
          <a:solidFill xmlns:a="http://schemas.openxmlformats.org/drawingml/2006/main">
            <a:schemeClr val="accent4">
              <a:lumMod val="40000"/>
              <a:lumOff val="6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Picture 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1fb07d3411470c"/>
          <a:srcRect xmlns:a="http://schemas.openxmlformats.org/drawingml/2006/main" l="22130" t="0" r="251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503" y="2028739"/>
            <a:ext cx="1867281" cy="3544824"/>
          </a:xfrm>
          <a:prstGeom xmlns:a="http://schemas.openxmlformats.org/drawingml/2006/main" prst="rect">
            <a:avLst/>
          </a:prstGeom>
        </p:spPr>
      </p:pic>
      <p:pic>
        <p:nvPicPr>
          <p:cNvPr id="3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64f229a0847a5"/>
          <a:srcRect xmlns:a="http://schemas.openxmlformats.org/drawingml/2006/main" l="0" t="23750" r="0" b="23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9432" y="4381575"/>
            <a:ext cx="2420112" cy="1270559"/>
          </a:xfrm>
          <a:prstGeom xmlns:a="http://schemas.openxmlformats.org/drawingml/2006/main" prst="rect">
            <a:avLst/>
          </a:prstGeom>
        </p:spPr>
      </p:pic>
      <p:pic>
        <p:nvPicPr>
          <p:cNvPr id="38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8421a44af4e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6172" y="4492308"/>
            <a:ext cx="1698039" cy="1062967"/>
          </a:xfrm>
          <a:prstGeom xmlns:a="http://schemas.openxmlformats.org/drawingml/2006/main" prst="rect">
            <a:avLst/>
          </a:prstGeom>
        </p:spPr>
      </p:pic>
      <p:sp>
        <p:nvSpPr>
          <p:cNvPr id="25" name="Plus Sign 24">
            <a:extLst xmlns:a="http://schemas.openxmlformats.org/drawingml/2006/main">
              <a:ext uri="{FF2B5EF4-FFF2-40B4-BE49-F238E27FC236}">
                <a16:creationId xmlns:a16="http://schemas.microsoft.com/office/drawing/2014/main" id="{379B1564-99CF-76DD-D075-8566211D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544" y="4581144"/>
            <a:ext cx="551688" cy="512064"/>
          </a:xfrm>
          <a:prstGeom xmlns:a="http://schemas.openxmlformats.org/drawingml/2006/main" prst="mathPlus">
            <a:avLst/>
          </a:prstGeom>
        </p:spPr>
        <p:style>
          <a:lnRef xmlns:a="http://schemas.openxmlformats.org/drawingml/2006/main" idx="0">
            <a:schemeClr val="accent2"/>
          </a:lnRef>
          <a:fillRef xmlns:a="http://schemas.openxmlformats.org/drawingml/2006/main" idx="3">
            <a:schemeClr val="accent2"/>
          </a:fillRef>
          <a:effectRef xmlns:a="http://schemas.openxmlformats.org/drawingml/2006/main" idx="3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F06EFB7-AA29-8811-DB94-3B721F4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393" y="2790533"/>
            <a:ext cx="7231989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/>
                <a:ea typeface="Aptos Narrow"/>
                <a:cs typeface="Aptos Narrow"/>
              </a:rPr>
              <a:t>End-to-End GCP Banking Data Platform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5F4FF1-4034-451C-9160-DEB36411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682" y="4553025"/>
            <a:ext cx="2229612" cy="927659"/>
          </a:xfrm>
          <a:prstGeom xmlns:a="http://schemas.openxmlformats.org/drawingml/2006/main" prst="roundRect">
            <a:avLst>
              <a:gd name="adj" fmla="val 12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73A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73AB7"/>
                </a:solidFill>
              </a:defRPr>
            </a:pPr>
            <a:r>
              <a:rPr sz="1950" b="1">
                <a:solidFill>
                  <a:srgbClr val="673AB7"/>
                </a:solidFill>
              </a:rPr>
              <a:t>Banking</a:t>
            </a:r>
          </a:p>
          <a:p xmlns:a="http://schemas.openxmlformats.org/drawingml/2006/main">
            <a:pPr algn="ctr">
              <a:defRPr sz="1950" b="1">
                <a:solidFill>
                  <a:srgbClr val="673AB7"/>
                </a:solidFill>
              </a:defRPr>
            </a:pPr>
            <a:r>
              <a:rPr sz="1950" b="1">
                <a:solidFill>
                  <a:srgbClr val="673AB7"/>
                </a:solidFill>
              </a:rPr>
              <a:t>Data Platform</a:t>
            </a:r>
          </a:p>
        </p:txBody>
      </p:sp>
    </p:spTree>
    <p:extLst>
      <p:ext uri="{BB962C8B-B14F-4D97-AF65-F5344CB8AC3E}">
        <p14:creationId xmlns:p14="http://schemas.microsoft.com/office/powerpoint/2010/main" val="23779883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3D7F412C-EAA0-DFA1-A57B-4A2D65B3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675549"/>
            <a:ext cx="6254496" cy="592020"/>
          </a:xfrm>
          <a:custGeom xmlns:a="http://schemas.openxmlformats.org/drawingml/2006/main">
            <a:rect l="l" t="t" r="r" b="b"/>
            <a:pathLst>
              <a:path w="6254496" h="592020">
                <a:moveTo>
                  <a:pt x="0" y="98672"/>
                </a:moveTo>
                <a:cubicBezTo>
                  <a:pt x="0" y="44177"/>
                  <a:pt x="44177" y="0"/>
                  <a:pt x="98672" y="0"/>
                </a:cubicBezTo>
                <a:lnTo>
                  <a:pt x="6155824" y="0"/>
                </a:lnTo>
                <a:cubicBezTo>
                  <a:pt x="6210319" y="0"/>
                  <a:pt x="6254496" y="44177"/>
                  <a:pt x="6254496" y="98672"/>
                </a:cubicBezTo>
                <a:lnTo>
                  <a:pt x="6254496" y="493348"/>
                </a:lnTo>
                <a:cubicBezTo>
                  <a:pt x="6254496" y="547843"/>
                  <a:pt x="6210319" y="592020"/>
                  <a:pt x="6155824" y="592020"/>
                </a:cubicBezTo>
                <a:lnTo>
                  <a:pt x="98672" y="592020"/>
                </a:lnTo>
                <a:cubicBezTo>
                  <a:pt x="44177" y="592020"/>
                  <a:pt x="0" y="547843"/>
                  <a:pt x="0" y="493348"/>
                </a:cubicBezTo>
                <a:lnTo>
                  <a:pt x="0" y="98672"/>
                </a:lnTo>
                <a:close/>
              </a:path>
            </a:pathLst>
          </a:custGeom>
        </p:spPr>
        <p:style>
          <a:lnRef xmlns:a="http://schemas.openxmlformats.org/drawingml/2006/main" idx="2">
            <a:schemeClr val="lt2">
              <a:lumOff val="0"/>
            </a:schemeClr>
          </a:lnRef>
          <a:fillRef xmlns:a="http://schemas.openxmlformats.org/drawingml/2006/main" idx="1">
            <a:schemeClr val="dk2">
              <a:lumOff val="0"/>
            </a:schemeClr>
          </a:fillRef>
          <a:effectRef xmlns:a="http://schemas.openxmlformats.org/drawingml/2006/main" idx="0">
            <a:schemeClr val="dk2">
              <a:lumOff val="0"/>
            </a:schemeClr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116530" tIns="116530" rIns="116530" bIns="11653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/>
              <a:t>✅ Gain hands-on GCP data skills</a:t>
            </a:r>
          </a:p>
        </p:txBody>
      </p:sp>
      <p:sp>
        <p:nvSpPr>
          <p:cNvPr id="11" name="Freeform: Shape 10">
            <a:extLst xmlns:a="http://schemas.openxmlformats.org/drawingml/2006/main">
              <a:ext uri="{FF2B5EF4-FFF2-40B4-BE49-F238E27FC236}">
                <a16:creationId xmlns:a16="http://schemas.microsoft.com/office/drawing/2014/main" id="{0EAFDB08-F61A-53D8-5233-51BB8A6D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3333809"/>
            <a:ext cx="6254496" cy="592020"/>
          </a:xfrm>
          <a:custGeom xmlns:a="http://schemas.openxmlformats.org/drawingml/2006/main">
            <a:rect l="l" t="t" r="r" b="b"/>
            <a:pathLst>
              <a:path w="6254496" h="592020">
                <a:moveTo>
                  <a:pt x="0" y="98672"/>
                </a:moveTo>
                <a:cubicBezTo>
                  <a:pt x="0" y="44177"/>
                  <a:pt x="44177" y="0"/>
                  <a:pt x="98672" y="0"/>
                </a:cubicBezTo>
                <a:lnTo>
                  <a:pt x="6155824" y="0"/>
                </a:lnTo>
                <a:cubicBezTo>
                  <a:pt x="6210319" y="0"/>
                  <a:pt x="6254496" y="44177"/>
                  <a:pt x="6254496" y="98672"/>
                </a:cubicBezTo>
                <a:lnTo>
                  <a:pt x="6254496" y="493348"/>
                </a:lnTo>
                <a:cubicBezTo>
                  <a:pt x="6254496" y="547843"/>
                  <a:pt x="6210319" y="592020"/>
                  <a:pt x="6155824" y="592020"/>
                </a:cubicBezTo>
                <a:lnTo>
                  <a:pt x="98672" y="592020"/>
                </a:lnTo>
                <a:cubicBezTo>
                  <a:pt x="44177" y="592020"/>
                  <a:pt x="0" y="547843"/>
                  <a:pt x="0" y="493348"/>
                </a:cubicBezTo>
                <a:lnTo>
                  <a:pt x="0" y="98672"/>
                </a:lnTo>
                <a:close/>
              </a:path>
            </a:pathLst>
          </a:custGeom>
        </p:spPr>
        <p:style>
          <a:lnRef xmlns:a="http://schemas.openxmlformats.org/drawingml/2006/main" idx="2">
            <a:schemeClr val="lt2">
              <a:lumOff val="0"/>
            </a:schemeClr>
          </a:lnRef>
          <a:fillRef xmlns:a="http://schemas.openxmlformats.org/drawingml/2006/main" idx="1">
            <a:schemeClr val="dk2">
              <a:lumOff val="0"/>
            </a:schemeClr>
          </a:fillRef>
          <a:effectRef xmlns:a="http://schemas.openxmlformats.org/drawingml/2006/main" idx="0">
            <a:schemeClr val="dk2">
              <a:lumOff val="0"/>
            </a:schemeClr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116530" tIns="116530" rIns="116530" bIns="11653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/>
              <a:t>✅ Build a real banking data project</a:t>
            </a:r>
          </a:p>
        </p:txBody>
      </p:sp>
      <p:sp>
        <p:nvSpPr>
          <p:cNvPr id="12" name="Freeform: Shape 11">
            <a:extLst xmlns:a="http://schemas.openxmlformats.org/drawingml/2006/main">
              <a:ext uri="{FF2B5EF4-FFF2-40B4-BE49-F238E27FC236}">
                <a16:creationId xmlns:a16="http://schemas.microsoft.com/office/drawing/2014/main" id="{B3786B60-5E68-DA3F-038D-9C30BE6C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3992070"/>
            <a:ext cx="6254496" cy="592020"/>
          </a:xfrm>
          <a:custGeom xmlns:a="http://schemas.openxmlformats.org/drawingml/2006/main">
            <a:rect l="l" t="t" r="r" b="b"/>
            <a:pathLst>
              <a:path w="6254496" h="592020">
                <a:moveTo>
                  <a:pt x="0" y="98672"/>
                </a:moveTo>
                <a:cubicBezTo>
                  <a:pt x="0" y="44177"/>
                  <a:pt x="44177" y="0"/>
                  <a:pt x="98672" y="0"/>
                </a:cubicBezTo>
                <a:lnTo>
                  <a:pt x="6155824" y="0"/>
                </a:lnTo>
                <a:cubicBezTo>
                  <a:pt x="6210319" y="0"/>
                  <a:pt x="6254496" y="44177"/>
                  <a:pt x="6254496" y="98672"/>
                </a:cubicBezTo>
                <a:lnTo>
                  <a:pt x="6254496" y="493348"/>
                </a:lnTo>
                <a:cubicBezTo>
                  <a:pt x="6254496" y="547843"/>
                  <a:pt x="6210319" y="592020"/>
                  <a:pt x="6155824" y="592020"/>
                </a:cubicBezTo>
                <a:lnTo>
                  <a:pt x="98672" y="592020"/>
                </a:lnTo>
                <a:cubicBezTo>
                  <a:pt x="44177" y="592020"/>
                  <a:pt x="0" y="547843"/>
                  <a:pt x="0" y="493348"/>
                </a:cubicBezTo>
                <a:lnTo>
                  <a:pt x="0" y="98672"/>
                </a:lnTo>
                <a:close/>
              </a:path>
            </a:pathLst>
          </a:custGeom>
        </p:spPr>
        <p:style>
          <a:lnRef xmlns:a="http://schemas.openxmlformats.org/drawingml/2006/main" idx="2">
            <a:schemeClr val="lt2">
              <a:lumOff val="0"/>
            </a:schemeClr>
          </a:lnRef>
          <a:fillRef xmlns:a="http://schemas.openxmlformats.org/drawingml/2006/main" idx="1">
            <a:schemeClr val="dk2">
              <a:lumOff val="0"/>
            </a:schemeClr>
          </a:fillRef>
          <a:effectRef xmlns:a="http://schemas.openxmlformats.org/drawingml/2006/main" idx="0">
            <a:schemeClr val="dk2">
              <a:lumOff val="0"/>
            </a:schemeClr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116530" tIns="116530" rIns="116530" bIns="11653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/>
              <a:t>✅ Become interview-ready for cloud DE</a:t>
            </a:r>
          </a:p>
        </p:txBody>
      </p:sp>
      <p:sp>
        <p:nvSpPr>
          <p:cNvPr id="2" name="Freeform: Shape 1">
            <a:extLst xmlns:a="http://schemas.openxmlformats.org/drawingml/2006/main">
              <a:ext uri="{FF2B5EF4-FFF2-40B4-BE49-F238E27FC236}">
                <a16:creationId xmlns:a16="http://schemas.microsoft.com/office/drawing/2014/main" id="{C7BC8002-C549-52A1-B311-3FD06ED0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8288"/>
            <a:ext cx="12207240" cy="768096"/>
          </a:xfrm>
          <a:custGeom xmlns:a="http://schemas.openxmlformats.org/drawingml/2006/main">
            <a:rect l="l" t="t" r="r" b="b"/>
            <a:pathLst>
              <a:path w="12207240" h="768096">
                <a:moveTo>
                  <a:pt x="0" y="27432"/>
                </a:moveTo>
                <a:cubicBezTo>
                  <a:pt x="42672" y="70104"/>
                  <a:pt x="91808" y="107170"/>
                  <a:pt x="128016" y="155448"/>
                </a:cubicBezTo>
                <a:cubicBezTo>
                  <a:pt x="166613" y="206910"/>
                  <a:pt x="188298" y="243008"/>
                  <a:pt x="237744" y="283464"/>
                </a:cubicBezTo>
                <a:cubicBezTo>
                  <a:pt x="266619" y="307089"/>
                  <a:pt x="315127" y="324466"/>
                  <a:pt x="347472" y="338328"/>
                </a:cubicBezTo>
                <a:cubicBezTo>
                  <a:pt x="393192" y="323088"/>
                  <a:pt x="442404" y="315833"/>
                  <a:pt x="484632" y="292608"/>
                </a:cubicBezTo>
                <a:cubicBezTo>
                  <a:pt x="505491" y="281136"/>
                  <a:pt x="514205" y="255236"/>
                  <a:pt x="530352" y="237744"/>
                </a:cubicBezTo>
                <a:cubicBezTo>
                  <a:pt x="550818" y="215572"/>
                  <a:pt x="573894" y="195908"/>
                  <a:pt x="594360" y="173736"/>
                </a:cubicBezTo>
                <a:cubicBezTo>
                  <a:pt x="661887" y="100582"/>
                  <a:pt x="613453" y="136623"/>
                  <a:pt x="667512" y="100584"/>
                </a:cubicBezTo>
                <a:cubicBezTo>
                  <a:pt x="697992" y="115824"/>
                  <a:pt x="733200" y="123985"/>
                  <a:pt x="758952" y="146304"/>
                </a:cubicBezTo>
                <a:cubicBezTo>
                  <a:pt x="780682" y="165136"/>
                  <a:pt x="786264" y="197366"/>
                  <a:pt x="804672" y="219456"/>
                </a:cubicBezTo>
                <a:cubicBezTo>
                  <a:pt x="817166" y="234449"/>
                  <a:pt x="835152" y="243840"/>
                  <a:pt x="850392" y="256032"/>
                </a:cubicBezTo>
                <a:cubicBezTo>
                  <a:pt x="868680" y="252984"/>
                  <a:pt x="890720" y="258396"/>
                  <a:pt x="905256" y="246888"/>
                </a:cubicBezTo>
                <a:cubicBezTo>
                  <a:pt x="966090" y="198728"/>
                  <a:pt x="1000450" y="116995"/>
                  <a:pt x="1069848" y="82296"/>
                </a:cubicBezTo>
                <a:cubicBezTo>
                  <a:pt x="1139393" y="47523"/>
                  <a:pt x="1105728" y="62458"/>
                  <a:pt x="1170432" y="36576"/>
                </a:cubicBezTo>
                <a:cubicBezTo>
                  <a:pt x="1225176" y="54824"/>
                  <a:pt x="1201188" y="39963"/>
                  <a:pt x="1243584" y="128016"/>
                </a:cubicBezTo>
                <a:cubicBezTo>
                  <a:pt x="1269630" y="182111"/>
                  <a:pt x="1295831" y="236326"/>
                  <a:pt x="1316736" y="292608"/>
                </a:cubicBezTo>
                <a:cubicBezTo>
                  <a:pt x="1388609" y="486113"/>
                  <a:pt x="1336488" y="430135"/>
                  <a:pt x="1426464" y="640080"/>
                </a:cubicBezTo>
                <a:cubicBezTo>
                  <a:pt x="1436793" y="664180"/>
                  <a:pt x="1456944" y="682752"/>
                  <a:pt x="1472184" y="704088"/>
                </a:cubicBezTo>
                <a:cubicBezTo>
                  <a:pt x="1642228" y="670079"/>
                  <a:pt x="1617123" y="691571"/>
                  <a:pt x="1792224" y="475488"/>
                </a:cubicBezTo>
                <a:cubicBezTo>
                  <a:pt x="1875650" y="372537"/>
                  <a:pt x="1946901" y="167596"/>
                  <a:pt x="2075688" y="73152"/>
                </a:cubicBezTo>
                <a:cubicBezTo>
                  <a:pt x="2091233" y="61752"/>
                  <a:pt x="2112264" y="60960"/>
                  <a:pt x="2130552" y="54864"/>
                </a:cubicBezTo>
                <a:cubicBezTo>
                  <a:pt x="2241683" y="77090"/>
                  <a:pt x="2107572" y="41476"/>
                  <a:pt x="2276856" y="164592"/>
                </a:cubicBezTo>
                <a:cubicBezTo>
                  <a:pt x="2306641" y="186254"/>
                  <a:pt x="2343912" y="195072"/>
                  <a:pt x="2377440" y="210312"/>
                </a:cubicBezTo>
                <a:cubicBezTo>
                  <a:pt x="2561429" y="67209"/>
                  <a:pt x="2473064" y="73675"/>
                  <a:pt x="2615184" y="91440"/>
                </a:cubicBezTo>
                <a:cubicBezTo>
                  <a:pt x="2642616" y="109728"/>
                  <a:pt x="2665495" y="138308"/>
                  <a:pt x="2697480" y="146304"/>
                </a:cubicBezTo>
                <a:cubicBezTo>
                  <a:pt x="2740805" y="157135"/>
                  <a:pt x="2812403" y="89830"/>
                  <a:pt x="2834640" y="73152"/>
                </a:cubicBezTo>
                <a:cubicBezTo>
                  <a:pt x="2877312" y="79248"/>
                  <a:pt x="2919600" y="89390"/>
                  <a:pt x="2962656" y="91440"/>
                </a:cubicBezTo>
                <a:cubicBezTo>
                  <a:pt x="2984184" y="92465"/>
                  <a:pt x="3005111" y="82296"/>
                  <a:pt x="3026664" y="82296"/>
                </a:cubicBezTo>
                <a:cubicBezTo>
                  <a:pt x="3063367" y="82296"/>
                  <a:pt x="3099816" y="88392"/>
                  <a:pt x="3136392" y="91440"/>
                </a:cubicBezTo>
                <a:cubicBezTo>
                  <a:pt x="3182112" y="88392"/>
                  <a:pt x="3229214" y="70730"/>
                  <a:pt x="3273552" y="82296"/>
                </a:cubicBezTo>
                <a:cubicBezTo>
                  <a:pt x="3300574" y="89345"/>
                  <a:pt x="3408722" y="213987"/>
                  <a:pt x="3419856" y="228600"/>
                </a:cubicBezTo>
                <a:cubicBezTo>
                  <a:pt x="3446497" y="263566"/>
                  <a:pt x="3470858" y="300357"/>
                  <a:pt x="3493008" y="338328"/>
                </a:cubicBezTo>
                <a:cubicBezTo>
                  <a:pt x="3513613" y="373651"/>
                  <a:pt x="3527267" y="412733"/>
                  <a:pt x="3547872" y="448056"/>
                </a:cubicBezTo>
                <a:cubicBezTo>
                  <a:pt x="3590953" y="521910"/>
                  <a:pt x="3632625" y="591017"/>
                  <a:pt x="3712464" y="630936"/>
                </a:cubicBezTo>
                <a:cubicBezTo>
                  <a:pt x="3734443" y="641926"/>
                  <a:pt x="3761232" y="637032"/>
                  <a:pt x="3785616" y="640080"/>
                </a:cubicBezTo>
                <a:cubicBezTo>
                  <a:pt x="3822192" y="624840"/>
                  <a:pt x="3867985" y="623022"/>
                  <a:pt x="3895344" y="594360"/>
                </a:cubicBezTo>
                <a:cubicBezTo>
                  <a:pt x="3935826" y="551950"/>
                  <a:pt x="3948735" y="489921"/>
                  <a:pt x="3977640" y="438912"/>
                </a:cubicBezTo>
                <a:cubicBezTo>
                  <a:pt x="4000578" y="398434"/>
                  <a:pt x="4024223" y="358233"/>
                  <a:pt x="4050792" y="320040"/>
                </a:cubicBezTo>
                <a:cubicBezTo>
                  <a:pt x="4083617" y="272855"/>
                  <a:pt x="4119724" y="223237"/>
                  <a:pt x="4169664" y="192024"/>
                </a:cubicBezTo>
                <a:cubicBezTo>
                  <a:pt x="4177838" y="186916"/>
                  <a:pt x="4187952" y="185928"/>
                  <a:pt x="4197096" y="182880"/>
                </a:cubicBezTo>
                <a:cubicBezTo>
                  <a:pt x="4307784" y="227155"/>
                  <a:pt x="4167112" y="162340"/>
                  <a:pt x="4325112" y="301752"/>
                </a:cubicBezTo>
                <a:cubicBezTo>
                  <a:pt x="4345554" y="319789"/>
                  <a:pt x="4373880" y="326136"/>
                  <a:pt x="4398264" y="338328"/>
                </a:cubicBezTo>
                <a:cubicBezTo>
                  <a:pt x="4422648" y="313944"/>
                  <a:pt x="4449874" y="292104"/>
                  <a:pt x="4471416" y="265176"/>
                </a:cubicBezTo>
                <a:cubicBezTo>
                  <a:pt x="4498877" y="230850"/>
                  <a:pt x="4512736" y="185764"/>
                  <a:pt x="4544568" y="155448"/>
                </a:cubicBezTo>
                <a:cubicBezTo>
                  <a:pt x="4609949" y="93180"/>
                  <a:pt x="4667852" y="80825"/>
                  <a:pt x="4745736" y="54864"/>
                </a:cubicBezTo>
                <a:cubicBezTo>
                  <a:pt x="4785360" y="70104"/>
                  <a:pt x="4835605" y="69581"/>
                  <a:pt x="4864608" y="100584"/>
                </a:cubicBezTo>
                <a:cubicBezTo>
                  <a:pt x="4928177" y="168537"/>
                  <a:pt x="4949637" y="268300"/>
                  <a:pt x="5010912" y="338328"/>
                </a:cubicBezTo>
                <a:cubicBezTo>
                  <a:pt x="5032248" y="362712"/>
                  <a:pt x="5046680" y="395595"/>
                  <a:pt x="5074920" y="411480"/>
                </a:cubicBezTo>
                <a:cubicBezTo>
                  <a:pt x="5098976" y="425012"/>
                  <a:pt x="5129784" y="417576"/>
                  <a:pt x="5157216" y="420624"/>
                </a:cubicBezTo>
                <a:cubicBezTo>
                  <a:pt x="5214007" y="335437"/>
                  <a:pt x="5321221" y="135761"/>
                  <a:pt x="5431536" y="54864"/>
                </a:cubicBezTo>
                <a:cubicBezTo>
                  <a:pt x="5444069" y="45673"/>
                  <a:pt x="5462016" y="48768"/>
                  <a:pt x="5477256" y="45720"/>
                </a:cubicBezTo>
                <a:cubicBezTo>
                  <a:pt x="5486400" y="51816"/>
                  <a:pt x="5497987" y="55297"/>
                  <a:pt x="5504688" y="64008"/>
                </a:cubicBezTo>
                <a:cubicBezTo>
                  <a:pt x="5589305" y="174009"/>
                  <a:pt x="5574108" y="204836"/>
                  <a:pt x="5660136" y="338328"/>
                </a:cubicBezTo>
                <a:cubicBezTo>
                  <a:pt x="5713306" y="420833"/>
                  <a:pt x="5737302" y="558514"/>
                  <a:pt x="5833872" y="576072"/>
                </a:cubicBezTo>
                <a:lnTo>
                  <a:pt x="5934456" y="594360"/>
                </a:lnTo>
                <a:cubicBezTo>
                  <a:pt x="5971032" y="566928"/>
                  <a:pt x="6015232" y="547449"/>
                  <a:pt x="6044184" y="512064"/>
                </a:cubicBezTo>
                <a:cubicBezTo>
                  <a:pt x="6098810" y="445299"/>
                  <a:pt x="6137221" y="366734"/>
                  <a:pt x="6181344" y="292608"/>
                </a:cubicBezTo>
                <a:cubicBezTo>
                  <a:pt x="6259955" y="160541"/>
                  <a:pt x="6255714" y="122378"/>
                  <a:pt x="6364224" y="27432"/>
                </a:cubicBezTo>
                <a:cubicBezTo>
                  <a:pt x="6379612" y="13968"/>
                  <a:pt x="6400800" y="9144"/>
                  <a:pt x="6419088" y="0"/>
                </a:cubicBezTo>
                <a:cubicBezTo>
                  <a:pt x="6440424" y="6096"/>
                  <a:pt x="6466457" y="3607"/>
                  <a:pt x="6483096" y="18288"/>
                </a:cubicBezTo>
                <a:cubicBezTo>
                  <a:pt x="6520581" y="51363"/>
                  <a:pt x="6547292" y="95245"/>
                  <a:pt x="6574536" y="137160"/>
                </a:cubicBezTo>
                <a:cubicBezTo>
                  <a:pt x="6626670" y="217366"/>
                  <a:pt x="6649342" y="320495"/>
                  <a:pt x="6720840" y="384048"/>
                </a:cubicBezTo>
                <a:cubicBezTo>
                  <a:pt x="6748272" y="408432"/>
                  <a:pt x="6770308" y="440786"/>
                  <a:pt x="6803136" y="457200"/>
                </a:cubicBezTo>
                <a:cubicBezTo>
                  <a:pt x="6833616" y="472440"/>
                  <a:pt x="6870192" y="469392"/>
                  <a:pt x="6903720" y="475488"/>
                </a:cubicBezTo>
                <a:cubicBezTo>
                  <a:pt x="6946392" y="457200"/>
                  <a:pt x="6997451" y="451927"/>
                  <a:pt x="7031736" y="420624"/>
                </a:cubicBezTo>
                <a:cubicBezTo>
                  <a:pt x="7071111" y="384673"/>
                  <a:pt x="7084456" y="327827"/>
                  <a:pt x="7114032" y="283464"/>
                </a:cubicBezTo>
                <a:cubicBezTo>
                  <a:pt x="7133309" y="254548"/>
                  <a:pt x="7156704" y="228600"/>
                  <a:pt x="7178040" y="201168"/>
                </a:cubicBezTo>
                <a:cubicBezTo>
                  <a:pt x="7208520" y="216408"/>
                  <a:pt x="7245383" y="222791"/>
                  <a:pt x="7269480" y="246888"/>
                </a:cubicBezTo>
                <a:cubicBezTo>
                  <a:pt x="7402808" y="380216"/>
                  <a:pt x="7305792" y="375611"/>
                  <a:pt x="7452360" y="466344"/>
                </a:cubicBezTo>
                <a:cubicBezTo>
                  <a:pt x="7482694" y="485122"/>
                  <a:pt x="7519416" y="490728"/>
                  <a:pt x="7552944" y="502920"/>
                </a:cubicBezTo>
                <a:cubicBezTo>
                  <a:pt x="7583424" y="499872"/>
                  <a:pt x="7616986" y="507475"/>
                  <a:pt x="7644384" y="493776"/>
                </a:cubicBezTo>
                <a:cubicBezTo>
                  <a:pt x="7856525" y="387706"/>
                  <a:pt x="7606055" y="436550"/>
                  <a:pt x="7781544" y="411480"/>
                </a:cubicBezTo>
                <a:cubicBezTo>
                  <a:pt x="7830859" y="456686"/>
                  <a:pt x="8045983" y="659990"/>
                  <a:pt x="8083296" y="658368"/>
                </a:cubicBezTo>
                <a:cubicBezTo>
                  <a:pt x="8177104" y="654289"/>
                  <a:pt x="8235696" y="548640"/>
                  <a:pt x="8311896" y="493776"/>
                </a:cubicBezTo>
                <a:cubicBezTo>
                  <a:pt x="8357088" y="318656"/>
                  <a:pt x="8343292" y="235212"/>
                  <a:pt x="8449056" y="118872"/>
                </a:cubicBezTo>
                <a:cubicBezTo>
                  <a:pt x="8455540" y="111740"/>
                  <a:pt x="8467867" y="114039"/>
                  <a:pt x="8476488" y="109728"/>
                </a:cubicBezTo>
                <a:cubicBezTo>
                  <a:pt x="8486318" y="104813"/>
                  <a:pt x="8495477" y="98475"/>
                  <a:pt x="8503920" y="91440"/>
                </a:cubicBezTo>
                <a:cubicBezTo>
                  <a:pt x="8550615" y="52527"/>
                  <a:pt x="8508722" y="69665"/>
                  <a:pt x="8567928" y="54864"/>
                </a:cubicBezTo>
                <a:cubicBezTo>
                  <a:pt x="8580120" y="57912"/>
                  <a:pt x="8592063" y="62231"/>
                  <a:pt x="8604504" y="64008"/>
                </a:cubicBezTo>
                <a:cubicBezTo>
                  <a:pt x="8656153" y="71386"/>
                  <a:pt x="8709076" y="70733"/>
                  <a:pt x="8759952" y="82296"/>
                </a:cubicBezTo>
                <a:cubicBezTo>
                  <a:pt x="8777283" y="86235"/>
                  <a:pt x="8790432" y="100584"/>
                  <a:pt x="8805672" y="109728"/>
                </a:cubicBezTo>
                <a:cubicBezTo>
                  <a:pt x="8830056" y="106680"/>
                  <a:pt x="8856237" y="90904"/>
                  <a:pt x="8878824" y="100584"/>
                </a:cubicBezTo>
                <a:cubicBezTo>
                  <a:pt x="8904653" y="111654"/>
                  <a:pt x="8914567" y="144000"/>
                  <a:pt x="8933688" y="164592"/>
                </a:cubicBezTo>
                <a:cubicBezTo>
                  <a:pt x="8954220" y="186703"/>
                  <a:pt x="8976360" y="207264"/>
                  <a:pt x="8997696" y="228600"/>
                </a:cubicBezTo>
                <a:cubicBezTo>
                  <a:pt x="9031224" y="222504"/>
                  <a:pt x="9067139" y="224152"/>
                  <a:pt x="9098280" y="210312"/>
                </a:cubicBezTo>
                <a:cubicBezTo>
                  <a:pt x="9154871" y="185160"/>
                  <a:pt x="9155001" y="150203"/>
                  <a:pt x="9198864" y="118872"/>
                </a:cubicBezTo>
                <a:cubicBezTo>
                  <a:pt x="9206707" y="113270"/>
                  <a:pt x="9217152" y="112776"/>
                  <a:pt x="9226296" y="109728"/>
                </a:cubicBezTo>
                <a:cubicBezTo>
                  <a:pt x="9316685" y="182039"/>
                  <a:pt x="9231438" y="102348"/>
                  <a:pt x="9308592" y="228600"/>
                </a:cubicBezTo>
                <a:cubicBezTo>
                  <a:pt x="9326714" y="258254"/>
                  <a:pt x="9351264" y="283464"/>
                  <a:pt x="9372600" y="310896"/>
                </a:cubicBezTo>
                <a:cubicBezTo>
                  <a:pt x="9444164" y="287041"/>
                  <a:pt x="9391404" y="312624"/>
                  <a:pt x="9445752" y="173736"/>
                </a:cubicBezTo>
                <a:cubicBezTo>
                  <a:pt x="9481604" y="82114"/>
                  <a:pt x="9458320" y="103444"/>
                  <a:pt x="9518904" y="73152"/>
                </a:cubicBezTo>
                <a:cubicBezTo>
                  <a:pt x="9531096" y="85344"/>
                  <a:pt x="9546489" y="95016"/>
                  <a:pt x="9555480" y="109728"/>
                </a:cubicBezTo>
                <a:cubicBezTo>
                  <a:pt x="9648017" y="261153"/>
                  <a:pt x="9570406" y="213203"/>
                  <a:pt x="9656064" y="256032"/>
                </a:cubicBezTo>
                <a:cubicBezTo>
                  <a:pt x="9665208" y="246888"/>
                  <a:pt x="9675507" y="238768"/>
                  <a:pt x="9683496" y="228600"/>
                </a:cubicBezTo>
                <a:cubicBezTo>
                  <a:pt x="9709109" y="196001"/>
                  <a:pt x="9728634" y="158576"/>
                  <a:pt x="9756648" y="128016"/>
                </a:cubicBezTo>
                <a:cubicBezTo>
                  <a:pt x="9763161" y="120911"/>
                  <a:pt x="9774936" y="121920"/>
                  <a:pt x="9784080" y="118872"/>
                </a:cubicBezTo>
                <a:cubicBezTo>
                  <a:pt x="9867706" y="160685"/>
                  <a:pt x="9841151" y="135646"/>
                  <a:pt x="9902952" y="246888"/>
                </a:cubicBezTo>
                <a:cubicBezTo>
                  <a:pt x="9923626" y="284102"/>
                  <a:pt x="10060509" y="557659"/>
                  <a:pt x="10104120" y="621792"/>
                </a:cubicBezTo>
                <a:cubicBezTo>
                  <a:pt x="10120873" y="646429"/>
                  <a:pt x="10206881" y="740429"/>
                  <a:pt x="10241280" y="758952"/>
                </a:cubicBezTo>
                <a:cubicBezTo>
                  <a:pt x="10257604" y="767742"/>
                  <a:pt x="10277856" y="765048"/>
                  <a:pt x="10296144" y="768096"/>
                </a:cubicBezTo>
                <a:cubicBezTo>
                  <a:pt x="10320528" y="740664"/>
                  <a:pt x="10349398" y="716641"/>
                  <a:pt x="10369296" y="685800"/>
                </a:cubicBezTo>
                <a:cubicBezTo>
                  <a:pt x="10544307" y="414533"/>
                  <a:pt x="10419286" y="568101"/>
                  <a:pt x="10552176" y="320040"/>
                </a:cubicBezTo>
                <a:cubicBezTo>
                  <a:pt x="10594830" y="240420"/>
                  <a:pt x="10635340" y="209444"/>
                  <a:pt x="10698480" y="146304"/>
                </a:cubicBezTo>
                <a:lnTo>
                  <a:pt x="10725912" y="118872"/>
                </a:lnTo>
                <a:cubicBezTo>
                  <a:pt x="10765536" y="137160"/>
                  <a:pt x="10809871" y="147552"/>
                  <a:pt x="10844784" y="173736"/>
                </a:cubicBezTo>
                <a:cubicBezTo>
                  <a:pt x="11072254" y="344338"/>
                  <a:pt x="10816876" y="210074"/>
                  <a:pt x="10945368" y="274320"/>
                </a:cubicBezTo>
                <a:cubicBezTo>
                  <a:pt x="11043549" y="200684"/>
                  <a:pt x="10901034" y="314436"/>
                  <a:pt x="11027664" y="173736"/>
                </a:cubicBezTo>
                <a:cubicBezTo>
                  <a:pt x="11036783" y="163604"/>
                  <a:pt x="11052048" y="161544"/>
                  <a:pt x="11064240" y="155448"/>
                </a:cubicBezTo>
                <a:cubicBezTo>
                  <a:pt x="11082528" y="161544"/>
                  <a:pt x="11105145" y="160441"/>
                  <a:pt x="11119104" y="173736"/>
                </a:cubicBezTo>
                <a:cubicBezTo>
                  <a:pt x="11170820" y="222989"/>
                  <a:pt x="11205765" y="287829"/>
                  <a:pt x="11256264" y="338328"/>
                </a:cubicBezTo>
                <a:lnTo>
                  <a:pt x="11301984" y="384048"/>
                </a:lnTo>
                <a:cubicBezTo>
                  <a:pt x="11350752" y="368808"/>
                  <a:pt x="11404475" y="364616"/>
                  <a:pt x="11448288" y="338328"/>
                </a:cubicBezTo>
                <a:cubicBezTo>
                  <a:pt x="11483451" y="317230"/>
                  <a:pt x="11499449" y="273575"/>
                  <a:pt x="11530584" y="246888"/>
                </a:cubicBezTo>
                <a:cubicBezTo>
                  <a:pt x="11543046" y="236206"/>
                  <a:pt x="11561064" y="234696"/>
                  <a:pt x="11576304" y="228600"/>
                </a:cubicBezTo>
                <a:cubicBezTo>
                  <a:pt x="11597640" y="252984"/>
                  <a:pt x="11623331" y="274158"/>
                  <a:pt x="11640312" y="301752"/>
                </a:cubicBezTo>
                <a:cubicBezTo>
                  <a:pt x="11742614" y="467993"/>
                  <a:pt x="11692675" y="457856"/>
                  <a:pt x="11814048" y="603504"/>
                </a:cubicBezTo>
                <a:cubicBezTo>
                  <a:pt x="11840300" y="635006"/>
                  <a:pt x="11875008" y="658368"/>
                  <a:pt x="11905488" y="685800"/>
                </a:cubicBezTo>
                <a:cubicBezTo>
                  <a:pt x="11939016" y="667512"/>
                  <a:pt x="11980699" y="659481"/>
                  <a:pt x="12006072" y="630936"/>
                </a:cubicBezTo>
                <a:cubicBezTo>
                  <a:pt x="12032397" y="601321"/>
                  <a:pt x="12039262" y="558799"/>
                  <a:pt x="12051792" y="521208"/>
                </a:cubicBezTo>
                <a:cubicBezTo>
                  <a:pt x="12069798" y="467189"/>
                  <a:pt x="12079506" y="410635"/>
                  <a:pt x="12097512" y="356616"/>
                </a:cubicBezTo>
                <a:cubicBezTo>
                  <a:pt x="12100560" y="347472"/>
                  <a:pt x="12104565" y="338593"/>
                  <a:pt x="12106656" y="329184"/>
                </a:cubicBezTo>
                <a:cubicBezTo>
                  <a:pt x="12130773" y="220659"/>
                  <a:pt x="12098048" y="324707"/>
                  <a:pt x="12134088" y="228600"/>
                </a:cubicBezTo>
                <a:cubicBezTo>
                  <a:pt x="12137472" y="219575"/>
                  <a:pt x="12140894" y="210519"/>
                  <a:pt x="12143232" y="201168"/>
                </a:cubicBezTo>
                <a:cubicBezTo>
                  <a:pt x="12147001" y="186090"/>
                  <a:pt x="12146919" y="170000"/>
                  <a:pt x="12152376" y="155448"/>
                </a:cubicBezTo>
                <a:cubicBezTo>
                  <a:pt x="12156235" y="145158"/>
                  <a:pt x="12164568" y="137160"/>
                  <a:pt x="12170664" y="128016"/>
                </a:cubicBezTo>
                <a:lnTo>
                  <a:pt x="12188952" y="54864"/>
                </a:lnTo>
                <a:cubicBezTo>
                  <a:pt x="12199749" y="11676"/>
                  <a:pt x="12192476" y="7048"/>
                  <a:pt x="12207240" y="36576"/>
                </a:cubicBezTo>
              </a:path>
            </a:pathLst>
          </a:custGeom>
          <a:solidFill xmlns:a="http://schemas.openxmlformats.org/drawingml/2006/main">
            <a:schemeClr val="accent4">
              <a:lumMod val="20000"/>
              <a:lumOff val="8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1aa1dfd514026"/>
          <a:srcRect xmlns:a="http://schemas.openxmlformats.org/drawingml/2006/main" l="9156" t="11200" r="7378" b="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8259" y="1535728"/>
            <a:ext cx="3551614" cy="3438144"/>
          </a:xfrm>
          <a:prstGeom xmlns:a="http://schemas.openxmlformats.org/drawingml/2006/main" prst="rect">
            <a:avLst/>
          </a:prstGeom>
        </p:spPr>
      </p:pic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7BCFFA9-1CB3-BBEA-1972-FC35A626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215" y="1197516"/>
            <a:ext cx="2420113" cy="4941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030A0"/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</a:rPr>
              <a:t>Do You want to</a:t>
            </a:r>
          </a:p>
        </p:txBody>
      </p:sp>
    </p:spTree>
    <p:extLst>
      <p:ext uri="{BB962C8B-B14F-4D97-AF65-F5344CB8AC3E}">
        <p14:creationId xmlns:p14="http://schemas.microsoft.com/office/powerpoint/2010/main" val="6021034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26E4D64-61EC-B87F-369B-D2106DAA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478" y="2849130"/>
            <a:ext cx="7605522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0" i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/>
                <a:ea typeface="Bahnschrift"/>
                <a:cs typeface="Bahnschrift"/>
              </a:rPr>
              <a:t>This Course is Just for You</a:t>
            </a:r>
          </a:p>
        </p:txBody>
      </p:sp>
      <p:sp>
        <p:nvSpPr>
          <p:cNvPr id="3" name="Freeform: Shape 2">
            <a:extLst xmlns:a="http://schemas.openxmlformats.org/drawingml/2006/main">
              <a:ext uri="{FF2B5EF4-FFF2-40B4-BE49-F238E27FC236}">
                <a16:creationId xmlns:a16="http://schemas.microsoft.com/office/drawing/2014/main" id="{54801B47-19C6-14FF-B8C9-09858836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8288"/>
            <a:ext cx="12207240" cy="768096"/>
          </a:xfrm>
          <a:custGeom xmlns:a="http://schemas.openxmlformats.org/drawingml/2006/main">
            <a:rect l="l" t="t" r="r" b="b"/>
            <a:pathLst>
              <a:path w="12207240" h="768096">
                <a:moveTo>
                  <a:pt x="0" y="27432"/>
                </a:moveTo>
                <a:cubicBezTo>
                  <a:pt x="42672" y="70104"/>
                  <a:pt x="91808" y="107170"/>
                  <a:pt x="128016" y="155448"/>
                </a:cubicBezTo>
                <a:cubicBezTo>
                  <a:pt x="166613" y="206910"/>
                  <a:pt x="188298" y="243008"/>
                  <a:pt x="237744" y="283464"/>
                </a:cubicBezTo>
                <a:cubicBezTo>
                  <a:pt x="266619" y="307089"/>
                  <a:pt x="315127" y="324466"/>
                  <a:pt x="347472" y="338328"/>
                </a:cubicBezTo>
                <a:cubicBezTo>
                  <a:pt x="393192" y="323088"/>
                  <a:pt x="442404" y="315833"/>
                  <a:pt x="484632" y="292608"/>
                </a:cubicBezTo>
                <a:cubicBezTo>
                  <a:pt x="505491" y="281136"/>
                  <a:pt x="514205" y="255236"/>
                  <a:pt x="530352" y="237744"/>
                </a:cubicBezTo>
                <a:cubicBezTo>
                  <a:pt x="550818" y="215572"/>
                  <a:pt x="573894" y="195908"/>
                  <a:pt x="594360" y="173736"/>
                </a:cubicBezTo>
                <a:cubicBezTo>
                  <a:pt x="661887" y="100582"/>
                  <a:pt x="613453" y="136623"/>
                  <a:pt x="667512" y="100584"/>
                </a:cubicBezTo>
                <a:cubicBezTo>
                  <a:pt x="697992" y="115824"/>
                  <a:pt x="733200" y="123985"/>
                  <a:pt x="758952" y="146304"/>
                </a:cubicBezTo>
                <a:cubicBezTo>
                  <a:pt x="780682" y="165136"/>
                  <a:pt x="786264" y="197366"/>
                  <a:pt x="804672" y="219456"/>
                </a:cubicBezTo>
                <a:cubicBezTo>
                  <a:pt x="817166" y="234449"/>
                  <a:pt x="835152" y="243840"/>
                  <a:pt x="850392" y="256032"/>
                </a:cubicBezTo>
                <a:cubicBezTo>
                  <a:pt x="868680" y="252984"/>
                  <a:pt x="890720" y="258396"/>
                  <a:pt x="905256" y="246888"/>
                </a:cubicBezTo>
                <a:cubicBezTo>
                  <a:pt x="966090" y="198728"/>
                  <a:pt x="1000450" y="116995"/>
                  <a:pt x="1069848" y="82296"/>
                </a:cubicBezTo>
                <a:cubicBezTo>
                  <a:pt x="1139393" y="47523"/>
                  <a:pt x="1105728" y="62458"/>
                  <a:pt x="1170432" y="36576"/>
                </a:cubicBezTo>
                <a:cubicBezTo>
                  <a:pt x="1225176" y="54824"/>
                  <a:pt x="1201188" y="39963"/>
                  <a:pt x="1243584" y="128016"/>
                </a:cubicBezTo>
                <a:cubicBezTo>
                  <a:pt x="1269630" y="182111"/>
                  <a:pt x="1295831" y="236326"/>
                  <a:pt x="1316736" y="292608"/>
                </a:cubicBezTo>
                <a:cubicBezTo>
                  <a:pt x="1388609" y="486113"/>
                  <a:pt x="1336488" y="430135"/>
                  <a:pt x="1426464" y="640080"/>
                </a:cubicBezTo>
                <a:cubicBezTo>
                  <a:pt x="1436793" y="664180"/>
                  <a:pt x="1456944" y="682752"/>
                  <a:pt x="1472184" y="704088"/>
                </a:cubicBezTo>
                <a:cubicBezTo>
                  <a:pt x="1642228" y="670079"/>
                  <a:pt x="1617123" y="691571"/>
                  <a:pt x="1792224" y="475488"/>
                </a:cubicBezTo>
                <a:cubicBezTo>
                  <a:pt x="1875650" y="372537"/>
                  <a:pt x="1946901" y="167596"/>
                  <a:pt x="2075688" y="73152"/>
                </a:cubicBezTo>
                <a:cubicBezTo>
                  <a:pt x="2091233" y="61752"/>
                  <a:pt x="2112264" y="60960"/>
                  <a:pt x="2130552" y="54864"/>
                </a:cubicBezTo>
                <a:cubicBezTo>
                  <a:pt x="2241683" y="77090"/>
                  <a:pt x="2107572" y="41476"/>
                  <a:pt x="2276856" y="164592"/>
                </a:cubicBezTo>
                <a:cubicBezTo>
                  <a:pt x="2306641" y="186254"/>
                  <a:pt x="2343912" y="195072"/>
                  <a:pt x="2377440" y="210312"/>
                </a:cubicBezTo>
                <a:cubicBezTo>
                  <a:pt x="2561429" y="67209"/>
                  <a:pt x="2473064" y="73675"/>
                  <a:pt x="2615184" y="91440"/>
                </a:cubicBezTo>
                <a:cubicBezTo>
                  <a:pt x="2642616" y="109728"/>
                  <a:pt x="2665495" y="138308"/>
                  <a:pt x="2697480" y="146304"/>
                </a:cubicBezTo>
                <a:cubicBezTo>
                  <a:pt x="2740805" y="157135"/>
                  <a:pt x="2812403" y="89830"/>
                  <a:pt x="2834640" y="73152"/>
                </a:cubicBezTo>
                <a:cubicBezTo>
                  <a:pt x="2877312" y="79248"/>
                  <a:pt x="2919600" y="89390"/>
                  <a:pt x="2962656" y="91440"/>
                </a:cubicBezTo>
                <a:cubicBezTo>
                  <a:pt x="2984184" y="92465"/>
                  <a:pt x="3005111" y="82296"/>
                  <a:pt x="3026664" y="82296"/>
                </a:cubicBezTo>
                <a:cubicBezTo>
                  <a:pt x="3063367" y="82296"/>
                  <a:pt x="3099816" y="88392"/>
                  <a:pt x="3136392" y="91440"/>
                </a:cubicBezTo>
                <a:cubicBezTo>
                  <a:pt x="3182112" y="88392"/>
                  <a:pt x="3229214" y="70730"/>
                  <a:pt x="3273552" y="82296"/>
                </a:cubicBezTo>
                <a:cubicBezTo>
                  <a:pt x="3300574" y="89345"/>
                  <a:pt x="3408722" y="213987"/>
                  <a:pt x="3419856" y="228600"/>
                </a:cubicBezTo>
                <a:cubicBezTo>
                  <a:pt x="3446497" y="263566"/>
                  <a:pt x="3470858" y="300357"/>
                  <a:pt x="3493008" y="338328"/>
                </a:cubicBezTo>
                <a:cubicBezTo>
                  <a:pt x="3513613" y="373651"/>
                  <a:pt x="3527267" y="412733"/>
                  <a:pt x="3547872" y="448056"/>
                </a:cubicBezTo>
                <a:cubicBezTo>
                  <a:pt x="3590953" y="521910"/>
                  <a:pt x="3632625" y="591017"/>
                  <a:pt x="3712464" y="630936"/>
                </a:cubicBezTo>
                <a:cubicBezTo>
                  <a:pt x="3734443" y="641926"/>
                  <a:pt x="3761232" y="637032"/>
                  <a:pt x="3785616" y="640080"/>
                </a:cubicBezTo>
                <a:cubicBezTo>
                  <a:pt x="3822192" y="624840"/>
                  <a:pt x="3867985" y="623022"/>
                  <a:pt x="3895344" y="594360"/>
                </a:cubicBezTo>
                <a:cubicBezTo>
                  <a:pt x="3935826" y="551950"/>
                  <a:pt x="3948735" y="489921"/>
                  <a:pt x="3977640" y="438912"/>
                </a:cubicBezTo>
                <a:cubicBezTo>
                  <a:pt x="4000578" y="398434"/>
                  <a:pt x="4024223" y="358233"/>
                  <a:pt x="4050792" y="320040"/>
                </a:cubicBezTo>
                <a:cubicBezTo>
                  <a:pt x="4083617" y="272855"/>
                  <a:pt x="4119724" y="223237"/>
                  <a:pt x="4169664" y="192024"/>
                </a:cubicBezTo>
                <a:cubicBezTo>
                  <a:pt x="4177838" y="186916"/>
                  <a:pt x="4187952" y="185928"/>
                  <a:pt x="4197096" y="182880"/>
                </a:cubicBezTo>
                <a:cubicBezTo>
                  <a:pt x="4307784" y="227155"/>
                  <a:pt x="4167112" y="162340"/>
                  <a:pt x="4325112" y="301752"/>
                </a:cubicBezTo>
                <a:cubicBezTo>
                  <a:pt x="4345554" y="319789"/>
                  <a:pt x="4373880" y="326136"/>
                  <a:pt x="4398264" y="338328"/>
                </a:cubicBezTo>
                <a:cubicBezTo>
                  <a:pt x="4422648" y="313944"/>
                  <a:pt x="4449874" y="292104"/>
                  <a:pt x="4471416" y="265176"/>
                </a:cubicBezTo>
                <a:cubicBezTo>
                  <a:pt x="4498877" y="230850"/>
                  <a:pt x="4512736" y="185764"/>
                  <a:pt x="4544568" y="155448"/>
                </a:cubicBezTo>
                <a:cubicBezTo>
                  <a:pt x="4609949" y="93180"/>
                  <a:pt x="4667852" y="80825"/>
                  <a:pt x="4745736" y="54864"/>
                </a:cubicBezTo>
                <a:cubicBezTo>
                  <a:pt x="4785360" y="70104"/>
                  <a:pt x="4835605" y="69581"/>
                  <a:pt x="4864608" y="100584"/>
                </a:cubicBezTo>
                <a:cubicBezTo>
                  <a:pt x="4928177" y="168537"/>
                  <a:pt x="4949637" y="268300"/>
                  <a:pt x="5010912" y="338328"/>
                </a:cubicBezTo>
                <a:cubicBezTo>
                  <a:pt x="5032248" y="362712"/>
                  <a:pt x="5046680" y="395595"/>
                  <a:pt x="5074920" y="411480"/>
                </a:cubicBezTo>
                <a:cubicBezTo>
                  <a:pt x="5098976" y="425012"/>
                  <a:pt x="5129784" y="417576"/>
                  <a:pt x="5157216" y="420624"/>
                </a:cubicBezTo>
                <a:cubicBezTo>
                  <a:pt x="5214007" y="335437"/>
                  <a:pt x="5321221" y="135761"/>
                  <a:pt x="5431536" y="54864"/>
                </a:cubicBezTo>
                <a:cubicBezTo>
                  <a:pt x="5444069" y="45673"/>
                  <a:pt x="5462016" y="48768"/>
                  <a:pt x="5477256" y="45720"/>
                </a:cubicBezTo>
                <a:cubicBezTo>
                  <a:pt x="5486400" y="51816"/>
                  <a:pt x="5497987" y="55297"/>
                  <a:pt x="5504688" y="64008"/>
                </a:cubicBezTo>
                <a:cubicBezTo>
                  <a:pt x="5589305" y="174009"/>
                  <a:pt x="5574108" y="204836"/>
                  <a:pt x="5660136" y="338328"/>
                </a:cubicBezTo>
                <a:cubicBezTo>
                  <a:pt x="5713306" y="420833"/>
                  <a:pt x="5737302" y="558514"/>
                  <a:pt x="5833872" y="576072"/>
                </a:cubicBezTo>
                <a:lnTo>
                  <a:pt x="5934456" y="594360"/>
                </a:lnTo>
                <a:cubicBezTo>
                  <a:pt x="5971032" y="566928"/>
                  <a:pt x="6015232" y="547449"/>
                  <a:pt x="6044184" y="512064"/>
                </a:cubicBezTo>
                <a:cubicBezTo>
                  <a:pt x="6098810" y="445299"/>
                  <a:pt x="6137221" y="366734"/>
                  <a:pt x="6181344" y="292608"/>
                </a:cubicBezTo>
                <a:cubicBezTo>
                  <a:pt x="6259955" y="160541"/>
                  <a:pt x="6255714" y="122378"/>
                  <a:pt x="6364224" y="27432"/>
                </a:cubicBezTo>
                <a:cubicBezTo>
                  <a:pt x="6379612" y="13968"/>
                  <a:pt x="6400800" y="9144"/>
                  <a:pt x="6419088" y="0"/>
                </a:cubicBezTo>
                <a:cubicBezTo>
                  <a:pt x="6440424" y="6096"/>
                  <a:pt x="6466457" y="3607"/>
                  <a:pt x="6483096" y="18288"/>
                </a:cubicBezTo>
                <a:cubicBezTo>
                  <a:pt x="6520581" y="51363"/>
                  <a:pt x="6547292" y="95245"/>
                  <a:pt x="6574536" y="137160"/>
                </a:cubicBezTo>
                <a:cubicBezTo>
                  <a:pt x="6626670" y="217366"/>
                  <a:pt x="6649342" y="320495"/>
                  <a:pt x="6720840" y="384048"/>
                </a:cubicBezTo>
                <a:cubicBezTo>
                  <a:pt x="6748272" y="408432"/>
                  <a:pt x="6770308" y="440786"/>
                  <a:pt x="6803136" y="457200"/>
                </a:cubicBezTo>
                <a:cubicBezTo>
                  <a:pt x="6833616" y="472440"/>
                  <a:pt x="6870192" y="469392"/>
                  <a:pt x="6903720" y="475488"/>
                </a:cubicBezTo>
                <a:cubicBezTo>
                  <a:pt x="6946392" y="457200"/>
                  <a:pt x="6997451" y="451927"/>
                  <a:pt x="7031736" y="420624"/>
                </a:cubicBezTo>
                <a:cubicBezTo>
                  <a:pt x="7071111" y="384673"/>
                  <a:pt x="7084456" y="327827"/>
                  <a:pt x="7114032" y="283464"/>
                </a:cubicBezTo>
                <a:cubicBezTo>
                  <a:pt x="7133309" y="254548"/>
                  <a:pt x="7156704" y="228600"/>
                  <a:pt x="7178040" y="201168"/>
                </a:cubicBezTo>
                <a:cubicBezTo>
                  <a:pt x="7208520" y="216408"/>
                  <a:pt x="7245383" y="222791"/>
                  <a:pt x="7269480" y="246888"/>
                </a:cubicBezTo>
                <a:cubicBezTo>
                  <a:pt x="7402808" y="380216"/>
                  <a:pt x="7305792" y="375611"/>
                  <a:pt x="7452360" y="466344"/>
                </a:cubicBezTo>
                <a:cubicBezTo>
                  <a:pt x="7482694" y="485122"/>
                  <a:pt x="7519416" y="490728"/>
                  <a:pt x="7552944" y="502920"/>
                </a:cubicBezTo>
                <a:cubicBezTo>
                  <a:pt x="7583424" y="499872"/>
                  <a:pt x="7616986" y="507475"/>
                  <a:pt x="7644384" y="493776"/>
                </a:cubicBezTo>
                <a:cubicBezTo>
                  <a:pt x="7856525" y="387706"/>
                  <a:pt x="7606055" y="436550"/>
                  <a:pt x="7781544" y="411480"/>
                </a:cubicBezTo>
                <a:cubicBezTo>
                  <a:pt x="7830859" y="456686"/>
                  <a:pt x="8045983" y="659990"/>
                  <a:pt x="8083296" y="658368"/>
                </a:cubicBezTo>
                <a:cubicBezTo>
                  <a:pt x="8177104" y="654289"/>
                  <a:pt x="8235696" y="548640"/>
                  <a:pt x="8311896" y="493776"/>
                </a:cubicBezTo>
                <a:cubicBezTo>
                  <a:pt x="8357088" y="318656"/>
                  <a:pt x="8343292" y="235212"/>
                  <a:pt x="8449056" y="118872"/>
                </a:cubicBezTo>
                <a:cubicBezTo>
                  <a:pt x="8455540" y="111740"/>
                  <a:pt x="8467867" y="114039"/>
                  <a:pt x="8476488" y="109728"/>
                </a:cubicBezTo>
                <a:cubicBezTo>
                  <a:pt x="8486318" y="104813"/>
                  <a:pt x="8495477" y="98475"/>
                  <a:pt x="8503920" y="91440"/>
                </a:cubicBezTo>
                <a:cubicBezTo>
                  <a:pt x="8550615" y="52527"/>
                  <a:pt x="8508722" y="69665"/>
                  <a:pt x="8567928" y="54864"/>
                </a:cubicBezTo>
                <a:cubicBezTo>
                  <a:pt x="8580120" y="57912"/>
                  <a:pt x="8592063" y="62231"/>
                  <a:pt x="8604504" y="64008"/>
                </a:cubicBezTo>
                <a:cubicBezTo>
                  <a:pt x="8656153" y="71386"/>
                  <a:pt x="8709076" y="70733"/>
                  <a:pt x="8759952" y="82296"/>
                </a:cubicBezTo>
                <a:cubicBezTo>
                  <a:pt x="8777283" y="86235"/>
                  <a:pt x="8790432" y="100584"/>
                  <a:pt x="8805672" y="109728"/>
                </a:cubicBezTo>
                <a:cubicBezTo>
                  <a:pt x="8830056" y="106680"/>
                  <a:pt x="8856237" y="90904"/>
                  <a:pt x="8878824" y="100584"/>
                </a:cubicBezTo>
                <a:cubicBezTo>
                  <a:pt x="8904653" y="111654"/>
                  <a:pt x="8914567" y="144000"/>
                  <a:pt x="8933688" y="164592"/>
                </a:cubicBezTo>
                <a:cubicBezTo>
                  <a:pt x="8954220" y="186703"/>
                  <a:pt x="8976360" y="207264"/>
                  <a:pt x="8997696" y="228600"/>
                </a:cubicBezTo>
                <a:cubicBezTo>
                  <a:pt x="9031224" y="222504"/>
                  <a:pt x="9067139" y="224152"/>
                  <a:pt x="9098280" y="210312"/>
                </a:cubicBezTo>
                <a:cubicBezTo>
                  <a:pt x="9154871" y="185160"/>
                  <a:pt x="9155001" y="150203"/>
                  <a:pt x="9198864" y="118872"/>
                </a:cubicBezTo>
                <a:cubicBezTo>
                  <a:pt x="9206707" y="113270"/>
                  <a:pt x="9217152" y="112776"/>
                  <a:pt x="9226296" y="109728"/>
                </a:cubicBezTo>
                <a:cubicBezTo>
                  <a:pt x="9316685" y="182039"/>
                  <a:pt x="9231438" y="102348"/>
                  <a:pt x="9308592" y="228600"/>
                </a:cubicBezTo>
                <a:cubicBezTo>
                  <a:pt x="9326714" y="258254"/>
                  <a:pt x="9351264" y="283464"/>
                  <a:pt x="9372600" y="310896"/>
                </a:cubicBezTo>
                <a:cubicBezTo>
                  <a:pt x="9444164" y="287041"/>
                  <a:pt x="9391404" y="312624"/>
                  <a:pt x="9445752" y="173736"/>
                </a:cubicBezTo>
                <a:cubicBezTo>
                  <a:pt x="9481604" y="82114"/>
                  <a:pt x="9458320" y="103444"/>
                  <a:pt x="9518904" y="73152"/>
                </a:cubicBezTo>
                <a:cubicBezTo>
                  <a:pt x="9531096" y="85344"/>
                  <a:pt x="9546489" y="95016"/>
                  <a:pt x="9555480" y="109728"/>
                </a:cubicBezTo>
                <a:cubicBezTo>
                  <a:pt x="9648017" y="261153"/>
                  <a:pt x="9570406" y="213203"/>
                  <a:pt x="9656064" y="256032"/>
                </a:cubicBezTo>
                <a:cubicBezTo>
                  <a:pt x="9665208" y="246888"/>
                  <a:pt x="9675507" y="238768"/>
                  <a:pt x="9683496" y="228600"/>
                </a:cubicBezTo>
                <a:cubicBezTo>
                  <a:pt x="9709109" y="196001"/>
                  <a:pt x="9728634" y="158576"/>
                  <a:pt x="9756648" y="128016"/>
                </a:cubicBezTo>
                <a:cubicBezTo>
                  <a:pt x="9763161" y="120911"/>
                  <a:pt x="9774936" y="121920"/>
                  <a:pt x="9784080" y="118872"/>
                </a:cubicBezTo>
                <a:cubicBezTo>
                  <a:pt x="9867706" y="160685"/>
                  <a:pt x="9841151" y="135646"/>
                  <a:pt x="9902952" y="246888"/>
                </a:cubicBezTo>
                <a:cubicBezTo>
                  <a:pt x="9923626" y="284102"/>
                  <a:pt x="10060509" y="557659"/>
                  <a:pt x="10104120" y="621792"/>
                </a:cubicBezTo>
                <a:cubicBezTo>
                  <a:pt x="10120873" y="646429"/>
                  <a:pt x="10206881" y="740429"/>
                  <a:pt x="10241280" y="758952"/>
                </a:cubicBezTo>
                <a:cubicBezTo>
                  <a:pt x="10257604" y="767742"/>
                  <a:pt x="10277856" y="765048"/>
                  <a:pt x="10296144" y="768096"/>
                </a:cubicBezTo>
                <a:cubicBezTo>
                  <a:pt x="10320528" y="740664"/>
                  <a:pt x="10349398" y="716641"/>
                  <a:pt x="10369296" y="685800"/>
                </a:cubicBezTo>
                <a:cubicBezTo>
                  <a:pt x="10544307" y="414533"/>
                  <a:pt x="10419286" y="568101"/>
                  <a:pt x="10552176" y="320040"/>
                </a:cubicBezTo>
                <a:cubicBezTo>
                  <a:pt x="10594830" y="240420"/>
                  <a:pt x="10635340" y="209444"/>
                  <a:pt x="10698480" y="146304"/>
                </a:cubicBezTo>
                <a:lnTo>
                  <a:pt x="10725912" y="118872"/>
                </a:lnTo>
                <a:cubicBezTo>
                  <a:pt x="10765536" y="137160"/>
                  <a:pt x="10809871" y="147552"/>
                  <a:pt x="10844784" y="173736"/>
                </a:cubicBezTo>
                <a:cubicBezTo>
                  <a:pt x="11072254" y="344338"/>
                  <a:pt x="10816876" y="210074"/>
                  <a:pt x="10945368" y="274320"/>
                </a:cubicBezTo>
                <a:cubicBezTo>
                  <a:pt x="11043549" y="200684"/>
                  <a:pt x="10901034" y="314436"/>
                  <a:pt x="11027664" y="173736"/>
                </a:cubicBezTo>
                <a:cubicBezTo>
                  <a:pt x="11036783" y="163604"/>
                  <a:pt x="11052048" y="161544"/>
                  <a:pt x="11064240" y="155448"/>
                </a:cubicBezTo>
                <a:cubicBezTo>
                  <a:pt x="11082528" y="161544"/>
                  <a:pt x="11105145" y="160441"/>
                  <a:pt x="11119104" y="173736"/>
                </a:cubicBezTo>
                <a:cubicBezTo>
                  <a:pt x="11170820" y="222989"/>
                  <a:pt x="11205765" y="287829"/>
                  <a:pt x="11256264" y="338328"/>
                </a:cubicBezTo>
                <a:lnTo>
                  <a:pt x="11301984" y="384048"/>
                </a:lnTo>
                <a:cubicBezTo>
                  <a:pt x="11350752" y="368808"/>
                  <a:pt x="11404475" y="364616"/>
                  <a:pt x="11448288" y="338328"/>
                </a:cubicBezTo>
                <a:cubicBezTo>
                  <a:pt x="11483451" y="317230"/>
                  <a:pt x="11499449" y="273575"/>
                  <a:pt x="11530584" y="246888"/>
                </a:cubicBezTo>
                <a:cubicBezTo>
                  <a:pt x="11543046" y="236206"/>
                  <a:pt x="11561064" y="234696"/>
                  <a:pt x="11576304" y="228600"/>
                </a:cubicBezTo>
                <a:cubicBezTo>
                  <a:pt x="11597640" y="252984"/>
                  <a:pt x="11623331" y="274158"/>
                  <a:pt x="11640312" y="301752"/>
                </a:cubicBezTo>
                <a:cubicBezTo>
                  <a:pt x="11742614" y="467993"/>
                  <a:pt x="11692675" y="457856"/>
                  <a:pt x="11814048" y="603504"/>
                </a:cubicBezTo>
                <a:cubicBezTo>
                  <a:pt x="11840300" y="635006"/>
                  <a:pt x="11875008" y="658368"/>
                  <a:pt x="11905488" y="685800"/>
                </a:cubicBezTo>
                <a:cubicBezTo>
                  <a:pt x="11939016" y="667512"/>
                  <a:pt x="11980699" y="659481"/>
                  <a:pt x="12006072" y="630936"/>
                </a:cubicBezTo>
                <a:cubicBezTo>
                  <a:pt x="12032397" y="601321"/>
                  <a:pt x="12039262" y="558799"/>
                  <a:pt x="12051792" y="521208"/>
                </a:cubicBezTo>
                <a:cubicBezTo>
                  <a:pt x="12069798" y="467189"/>
                  <a:pt x="12079506" y="410635"/>
                  <a:pt x="12097512" y="356616"/>
                </a:cubicBezTo>
                <a:cubicBezTo>
                  <a:pt x="12100560" y="347472"/>
                  <a:pt x="12104565" y="338593"/>
                  <a:pt x="12106656" y="329184"/>
                </a:cubicBezTo>
                <a:cubicBezTo>
                  <a:pt x="12130773" y="220659"/>
                  <a:pt x="12098048" y="324707"/>
                  <a:pt x="12134088" y="228600"/>
                </a:cubicBezTo>
                <a:cubicBezTo>
                  <a:pt x="12137472" y="219575"/>
                  <a:pt x="12140894" y="210519"/>
                  <a:pt x="12143232" y="201168"/>
                </a:cubicBezTo>
                <a:cubicBezTo>
                  <a:pt x="12147001" y="186090"/>
                  <a:pt x="12146919" y="170000"/>
                  <a:pt x="12152376" y="155448"/>
                </a:cubicBezTo>
                <a:cubicBezTo>
                  <a:pt x="12156235" y="145158"/>
                  <a:pt x="12164568" y="137160"/>
                  <a:pt x="12170664" y="128016"/>
                </a:cubicBezTo>
                <a:lnTo>
                  <a:pt x="12188952" y="54864"/>
                </a:lnTo>
                <a:cubicBezTo>
                  <a:pt x="12199749" y="11676"/>
                  <a:pt x="12192476" y="7048"/>
                  <a:pt x="12207240" y="36576"/>
                </a:cubicBezTo>
              </a:path>
            </a:pathLst>
          </a:custGeom>
          <a:solidFill xmlns:a="http://schemas.openxmlformats.org/drawingml/2006/main">
            <a:schemeClr val="tx2">
              <a:lumMod val="20000"/>
              <a:lumOff val="8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2727AA07-25D4-F1BE-1893-70CF5675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632" y="1749834"/>
            <a:ext cx="1892808" cy="70788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6"/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chemeClr val="tx1"/>
                </a:solidFill>
              </a:rPr>
              <a:t>If Yes</a:t>
            </a: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bf1a445fa41f2"/>
          <a:srcRect xmlns:a="http://schemas.openxmlformats.org/drawingml/2006/main" l="23037" t="0" r="138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1328" y="1749834"/>
            <a:ext cx="2697480" cy="42723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963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45FEA29-ADAD-84AC-D66E-76F35EDC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6888" y="198876"/>
            <a:ext cx="3115057" cy="6038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030A0"/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</a:rPr>
              <a:t>Course Highlights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9CE7D76-3BBF-6868-BCF9-38616812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315296"/>
            <a:ext cx="3218688" cy="6126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75000"/>
            </a:schemeClr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📊 Banking Data Project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E96A86B-F8A2-E3AB-B36E-967C34D9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59326"/>
            <a:ext cx="3218688" cy="6126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75000"/>
            </a:schemeClr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☁️ Google Cloud Platform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33A9350-377D-780C-91A5-07C1E16A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003356"/>
            <a:ext cx="3218688" cy="6126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75000"/>
            </a:schemeClr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🔄 Composer Orchestration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FF61303-4758-AFDC-49BE-2347F333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4" y="2976546"/>
            <a:ext cx="3218687" cy="6038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75000"/>
            </a:schemeClr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🔐 GitHub CI/CD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D9A1D1A-230F-4984-9906-77443546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846393"/>
            <a:ext cx="3218688" cy="6126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75000"/>
            </a:schemeClr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📈 BigQuery Analytics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3212C59-1A4C-AFE0-793B-AA645F2F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689430"/>
            <a:ext cx="3218688" cy="6126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75000"/>
            </a:schemeClr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🎓 Beginner-Friendly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BCB9880-749B-17A2-5927-3775664F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5" y="2159326"/>
            <a:ext cx="3218688" cy="6126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75000"/>
            </a:schemeClr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⚡ SQL + PySpark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CE9B9F0-BB85-C0D0-7AE9-FFE47ABC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4" y="1324092"/>
            <a:ext cx="3218689" cy="6038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75000"/>
            </a:schemeClr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🏗️ Bronze Silver Gold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AD84E40-C54E-8CE5-8DBC-8FB438AD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4" y="3846393"/>
            <a:ext cx="3236978" cy="6126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75000"/>
            </a:schemeClr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💼 Interview-Ready Skills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0E9B3CD-9D7E-4C11-4FA3-D5A9263D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4" y="4689430"/>
            <a:ext cx="3236977" cy="6126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75000"/>
            </a:schemeClr>
          </a:solidFill>
        </p:spPr>
        <p:style>
          <a:lnRef xmlns:a="http://schemas.openxmlformats.org/drawingml/2006/main" idx="0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3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🛠️ Step-by-Step Guidance</a:t>
            </a:r>
          </a:p>
        </p:txBody>
      </p:sp>
      <p:sp>
        <p:nvSpPr>
          <p:cNvPr id="29" name="Freeform: Shape 28">
            <a:extLst xmlns:a="http://schemas.openxmlformats.org/drawingml/2006/main">
              <a:ext uri="{FF2B5EF4-FFF2-40B4-BE49-F238E27FC236}">
                <a16:creationId xmlns:a16="http://schemas.microsoft.com/office/drawing/2014/main" id="{41B04F14-7E14-70BF-A182-80C957D4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6095036"/>
            <a:ext cx="12207240" cy="768096"/>
          </a:xfrm>
          <a:custGeom xmlns:a="http://schemas.openxmlformats.org/drawingml/2006/main">
            <a:rect l="l" t="t" r="r" b="b"/>
            <a:pathLst>
              <a:path w="12207240" h="768096">
                <a:moveTo>
                  <a:pt x="0" y="27432"/>
                </a:moveTo>
                <a:cubicBezTo>
                  <a:pt x="42672" y="70104"/>
                  <a:pt x="91808" y="107170"/>
                  <a:pt x="128016" y="155448"/>
                </a:cubicBezTo>
                <a:cubicBezTo>
                  <a:pt x="166613" y="206910"/>
                  <a:pt x="188298" y="243008"/>
                  <a:pt x="237744" y="283464"/>
                </a:cubicBezTo>
                <a:cubicBezTo>
                  <a:pt x="266619" y="307089"/>
                  <a:pt x="315127" y="324466"/>
                  <a:pt x="347472" y="338328"/>
                </a:cubicBezTo>
                <a:cubicBezTo>
                  <a:pt x="393192" y="323088"/>
                  <a:pt x="442404" y="315833"/>
                  <a:pt x="484632" y="292608"/>
                </a:cubicBezTo>
                <a:cubicBezTo>
                  <a:pt x="505491" y="281136"/>
                  <a:pt x="514205" y="255236"/>
                  <a:pt x="530352" y="237744"/>
                </a:cubicBezTo>
                <a:cubicBezTo>
                  <a:pt x="550818" y="215572"/>
                  <a:pt x="573894" y="195908"/>
                  <a:pt x="594360" y="173736"/>
                </a:cubicBezTo>
                <a:cubicBezTo>
                  <a:pt x="661887" y="100582"/>
                  <a:pt x="613453" y="136623"/>
                  <a:pt x="667512" y="100584"/>
                </a:cubicBezTo>
                <a:cubicBezTo>
                  <a:pt x="697992" y="115824"/>
                  <a:pt x="733200" y="123985"/>
                  <a:pt x="758952" y="146304"/>
                </a:cubicBezTo>
                <a:cubicBezTo>
                  <a:pt x="780682" y="165136"/>
                  <a:pt x="786264" y="197366"/>
                  <a:pt x="804672" y="219456"/>
                </a:cubicBezTo>
                <a:cubicBezTo>
                  <a:pt x="817166" y="234449"/>
                  <a:pt x="835152" y="243840"/>
                  <a:pt x="850392" y="256032"/>
                </a:cubicBezTo>
                <a:cubicBezTo>
                  <a:pt x="868680" y="252984"/>
                  <a:pt x="890720" y="258396"/>
                  <a:pt x="905256" y="246888"/>
                </a:cubicBezTo>
                <a:cubicBezTo>
                  <a:pt x="966090" y="198728"/>
                  <a:pt x="1000450" y="116995"/>
                  <a:pt x="1069848" y="82296"/>
                </a:cubicBezTo>
                <a:cubicBezTo>
                  <a:pt x="1139393" y="47523"/>
                  <a:pt x="1105728" y="62458"/>
                  <a:pt x="1170432" y="36576"/>
                </a:cubicBezTo>
                <a:cubicBezTo>
                  <a:pt x="1225176" y="54824"/>
                  <a:pt x="1201188" y="39963"/>
                  <a:pt x="1243584" y="128016"/>
                </a:cubicBezTo>
                <a:cubicBezTo>
                  <a:pt x="1269630" y="182111"/>
                  <a:pt x="1295831" y="236326"/>
                  <a:pt x="1316736" y="292608"/>
                </a:cubicBezTo>
                <a:cubicBezTo>
                  <a:pt x="1388609" y="486113"/>
                  <a:pt x="1336488" y="430135"/>
                  <a:pt x="1426464" y="640080"/>
                </a:cubicBezTo>
                <a:cubicBezTo>
                  <a:pt x="1436793" y="664180"/>
                  <a:pt x="1456944" y="682752"/>
                  <a:pt x="1472184" y="704088"/>
                </a:cubicBezTo>
                <a:cubicBezTo>
                  <a:pt x="1642228" y="670079"/>
                  <a:pt x="1617123" y="691571"/>
                  <a:pt x="1792224" y="475488"/>
                </a:cubicBezTo>
                <a:cubicBezTo>
                  <a:pt x="1875650" y="372537"/>
                  <a:pt x="1946901" y="167596"/>
                  <a:pt x="2075688" y="73152"/>
                </a:cubicBezTo>
                <a:cubicBezTo>
                  <a:pt x="2091233" y="61752"/>
                  <a:pt x="2112264" y="60960"/>
                  <a:pt x="2130552" y="54864"/>
                </a:cubicBezTo>
                <a:cubicBezTo>
                  <a:pt x="2241683" y="77090"/>
                  <a:pt x="2107572" y="41476"/>
                  <a:pt x="2276856" y="164592"/>
                </a:cubicBezTo>
                <a:cubicBezTo>
                  <a:pt x="2306641" y="186254"/>
                  <a:pt x="2343912" y="195072"/>
                  <a:pt x="2377440" y="210312"/>
                </a:cubicBezTo>
                <a:cubicBezTo>
                  <a:pt x="2561429" y="67209"/>
                  <a:pt x="2473064" y="73675"/>
                  <a:pt x="2615184" y="91440"/>
                </a:cubicBezTo>
                <a:cubicBezTo>
                  <a:pt x="2642616" y="109728"/>
                  <a:pt x="2665495" y="138308"/>
                  <a:pt x="2697480" y="146304"/>
                </a:cubicBezTo>
                <a:cubicBezTo>
                  <a:pt x="2740805" y="157135"/>
                  <a:pt x="2812403" y="89830"/>
                  <a:pt x="2834640" y="73152"/>
                </a:cubicBezTo>
                <a:cubicBezTo>
                  <a:pt x="2877312" y="79248"/>
                  <a:pt x="2919600" y="89390"/>
                  <a:pt x="2962656" y="91440"/>
                </a:cubicBezTo>
                <a:cubicBezTo>
                  <a:pt x="2984184" y="92465"/>
                  <a:pt x="3005111" y="82296"/>
                  <a:pt x="3026664" y="82296"/>
                </a:cubicBezTo>
                <a:cubicBezTo>
                  <a:pt x="3063367" y="82296"/>
                  <a:pt x="3099816" y="88392"/>
                  <a:pt x="3136392" y="91440"/>
                </a:cubicBezTo>
                <a:cubicBezTo>
                  <a:pt x="3182112" y="88392"/>
                  <a:pt x="3229214" y="70730"/>
                  <a:pt x="3273552" y="82296"/>
                </a:cubicBezTo>
                <a:cubicBezTo>
                  <a:pt x="3300574" y="89345"/>
                  <a:pt x="3408722" y="213987"/>
                  <a:pt x="3419856" y="228600"/>
                </a:cubicBezTo>
                <a:cubicBezTo>
                  <a:pt x="3446497" y="263566"/>
                  <a:pt x="3470858" y="300357"/>
                  <a:pt x="3493008" y="338328"/>
                </a:cubicBezTo>
                <a:cubicBezTo>
                  <a:pt x="3513613" y="373651"/>
                  <a:pt x="3527267" y="412733"/>
                  <a:pt x="3547872" y="448056"/>
                </a:cubicBezTo>
                <a:cubicBezTo>
                  <a:pt x="3590953" y="521910"/>
                  <a:pt x="3632625" y="591017"/>
                  <a:pt x="3712464" y="630936"/>
                </a:cubicBezTo>
                <a:cubicBezTo>
                  <a:pt x="3734443" y="641926"/>
                  <a:pt x="3761232" y="637032"/>
                  <a:pt x="3785616" y="640080"/>
                </a:cubicBezTo>
                <a:cubicBezTo>
                  <a:pt x="3822192" y="624840"/>
                  <a:pt x="3867985" y="623022"/>
                  <a:pt x="3895344" y="594360"/>
                </a:cubicBezTo>
                <a:cubicBezTo>
                  <a:pt x="3935826" y="551950"/>
                  <a:pt x="3948735" y="489921"/>
                  <a:pt x="3977640" y="438912"/>
                </a:cubicBezTo>
                <a:cubicBezTo>
                  <a:pt x="4000578" y="398434"/>
                  <a:pt x="4024223" y="358233"/>
                  <a:pt x="4050792" y="320040"/>
                </a:cubicBezTo>
                <a:cubicBezTo>
                  <a:pt x="4083617" y="272855"/>
                  <a:pt x="4119724" y="223237"/>
                  <a:pt x="4169664" y="192024"/>
                </a:cubicBezTo>
                <a:cubicBezTo>
                  <a:pt x="4177838" y="186916"/>
                  <a:pt x="4187952" y="185928"/>
                  <a:pt x="4197096" y="182880"/>
                </a:cubicBezTo>
                <a:cubicBezTo>
                  <a:pt x="4307784" y="227155"/>
                  <a:pt x="4167112" y="162340"/>
                  <a:pt x="4325112" y="301752"/>
                </a:cubicBezTo>
                <a:cubicBezTo>
                  <a:pt x="4345554" y="319789"/>
                  <a:pt x="4373880" y="326136"/>
                  <a:pt x="4398264" y="338328"/>
                </a:cubicBezTo>
                <a:cubicBezTo>
                  <a:pt x="4422648" y="313944"/>
                  <a:pt x="4449874" y="292104"/>
                  <a:pt x="4471416" y="265176"/>
                </a:cubicBezTo>
                <a:cubicBezTo>
                  <a:pt x="4498877" y="230850"/>
                  <a:pt x="4512736" y="185764"/>
                  <a:pt x="4544568" y="155448"/>
                </a:cubicBezTo>
                <a:cubicBezTo>
                  <a:pt x="4609949" y="93180"/>
                  <a:pt x="4667852" y="80825"/>
                  <a:pt x="4745736" y="54864"/>
                </a:cubicBezTo>
                <a:cubicBezTo>
                  <a:pt x="4785360" y="70104"/>
                  <a:pt x="4835605" y="69581"/>
                  <a:pt x="4864608" y="100584"/>
                </a:cubicBezTo>
                <a:cubicBezTo>
                  <a:pt x="4928177" y="168537"/>
                  <a:pt x="4949637" y="268300"/>
                  <a:pt x="5010912" y="338328"/>
                </a:cubicBezTo>
                <a:cubicBezTo>
                  <a:pt x="5032248" y="362712"/>
                  <a:pt x="5046680" y="395595"/>
                  <a:pt x="5074920" y="411480"/>
                </a:cubicBezTo>
                <a:cubicBezTo>
                  <a:pt x="5098976" y="425012"/>
                  <a:pt x="5129784" y="417576"/>
                  <a:pt x="5157216" y="420624"/>
                </a:cubicBezTo>
                <a:cubicBezTo>
                  <a:pt x="5214007" y="335437"/>
                  <a:pt x="5321221" y="135761"/>
                  <a:pt x="5431536" y="54864"/>
                </a:cubicBezTo>
                <a:cubicBezTo>
                  <a:pt x="5444069" y="45673"/>
                  <a:pt x="5462016" y="48768"/>
                  <a:pt x="5477256" y="45720"/>
                </a:cubicBezTo>
                <a:cubicBezTo>
                  <a:pt x="5486400" y="51816"/>
                  <a:pt x="5497987" y="55297"/>
                  <a:pt x="5504688" y="64008"/>
                </a:cubicBezTo>
                <a:cubicBezTo>
                  <a:pt x="5589305" y="174009"/>
                  <a:pt x="5574108" y="204836"/>
                  <a:pt x="5660136" y="338328"/>
                </a:cubicBezTo>
                <a:cubicBezTo>
                  <a:pt x="5713306" y="420833"/>
                  <a:pt x="5737302" y="558514"/>
                  <a:pt x="5833872" y="576072"/>
                </a:cubicBezTo>
                <a:lnTo>
                  <a:pt x="5934456" y="594360"/>
                </a:lnTo>
                <a:cubicBezTo>
                  <a:pt x="5971032" y="566928"/>
                  <a:pt x="6015232" y="547449"/>
                  <a:pt x="6044184" y="512064"/>
                </a:cubicBezTo>
                <a:cubicBezTo>
                  <a:pt x="6098810" y="445299"/>
                  <a:pt x="6137221" y="366734"/>
                  <a:pt x="6181344" y="292608"/>
                </a:cubicBezTo>
                <a:cubicBezTo>
                  <a:pt x="6259955" y="160541"/>
                  <a:pt x="6255714" y="122378"/>
                  <a:pt x="6364224" y="27432"/>
                </a:cubicBezTo>
                <a:cubicBezTo>
                  <a:pt x="6379612" y="13968"/>
                  <a:pt x="6400800" y="9144"/>
                  <a:pt x="6419088" y="0"/>
                </a:cubicBezTo>
                <a:cubicBezTo>
                  <a:pt x="6440424" y="6096"/>
                  <a:pt x="6466457" y="3607"/>
                  <a:pt x="6483096" y="18288"/>
                </a:cubicBezTo>
                <a:cubicBezTo>
                  <a:pt x="6520581" y="51363"/>
                  <a:pt x="6547292" y="95245"/>
                  <a:pt x="6574536" y="137160"/>
                </a:cubicBezTo>
                <a:cubicBezTo>
                  <a:pt x="6626670" y="217366"/>
                  <a:pt x="6649342" y="320495"/>
                  <a:pt x="6720840" y="384048"/>
                </a:cubicBezTo>
                <a:cubicBezTo>
                  <a:pt x="6748272" y="408432"/>
                  <a:pt x="6770308" y="440786"/>
                  <a:pt x="6803136" y="457200"/>
                </a:cubicBezTo>
                <a:cubicBezTo>
                  <a:pt x="6833616" y="472440"/>
                  <a:pt x="6870192" y="469392"/>
                  <a:pt x="6903720" y="475488"/>
                </a:cubicBezTo>
                <a:cubicBezTo>
                  <a:pt x="6946392" y="457200"/>
                  <a:pt x="6997451" y="451927"/>
                  <a:pt x="7031736" y="420624"/>
                </a:cubicBezTo>
                <a:cubicBezTo>
                  <a:pt x="7071111" y="384673"/>
                  <a:pt x="7084456" y="327827"/>
                  <a:pt x="7114032" y="283464"/>
                </a:cubicBezTo>
                <a:cubicBezTo>
                  <a:pt x="7133309" y="254548"/>
                  <a:pt x="7156704" y="228600"/>
                  <a:pt x="7178040" y="201168"/>
                </a:cubicBezTo>
                <a:cubicBezTo>
                  <a:pt x="7208520" y="216408"/>
                  <a:pt x="7245383" y="222791"/>
                  <a:pt x="7269480" y="246888"/>
                </a:cubicBezTo>
                <a:cubicBezTo>
                  <a:pt x="7402808" y="380216"/>
                  <a:pt x="7305792" y="375611"/>
                  <a:pt x="7452360" y="466344"/>
                </a:cubicBezTo>
                <a:cubicBezTo>
                  <a:pt x="7482694" y="485122"/>
                  <a:pt x="7519416" y="490728"/>
                  <a:pt x="7552944" y="502920"/>
                </a:cubicBezTo>
                <a:cubicBezTo>
                  <a:pt x="7583424" y="499872"/>
                  <a:pt x="7616986" y="507475"/>
                  <a:pt x="7644384" y="493776"/>
                </a:cubicBezTo>
                <a:cubicBezTo>
                  <a:pt x="7856525" y="387706"/>
                  <a:pt x="7606055" y="436550"/>
                  <a:pt x="7781544" y="411480"/>
                </a:cubicBezTo>
                <a:cubicBezTo>
                  <a:pt x="7830859" y="456686"/>
                  <a:pt x="8045983" y="659990"/>
                  <a:pt x="8083296" y="658368"/>
                </a:cubicBezTo>
                <a:cubicBezTo>
                  <a:pt x="8177104" y="654289"/>
                  <a:pt x="8235696" y="548640"/>
                  <a:pt x="8311896" y="493776"/>
                </a:cubicBezTo>
                <a:cubicBezTo>
                  <a:pt x="8357088" y="318656"/>
                  <a:pt x="8343292" y="235212"/>
                  <a:pt x="8449056" y="118872"/>
                </a:cubicBezTo>
                <a:cubicBezTo>
                  <a:pt x="8455540" y="111740"/>
                  <a:pt x="8467867" y="114039"/>
                  <a:pt x="8476488" y="109728"/>
                </a:cubicBezTo>
                <a:cubicBezTo>
                  <a:pt x="8486318" y="104813"/>
                  <a:pt x="8495477" y="98475"/>
                  <a:pt x="8503920" y="91440"/>
                </a:cubicBezTo>
                <a:cubicBezTo>
                  <a:pt x="8550615" y="52527"/>
                  <a:pt x="8508722" y="69665"/>
                  <a:pt x="8567928" y="54864"/>
                </a:cubicBezTo>
                <a:cubicBezTo>
                  <a:pt x="8580120" y="57912"/>
                  <a:pt x="8592063" y="62231"/>
                  <a:pt x="8604504" y="64008"/>
                </a:cubicBezTo>
                <a:cubicBezTo>
                  <a:pt x="8656153" y="71386"/>
                  <a:pt x="8709076" y="70733"/>
                  <a:pt x="8759952" y="82296"/>
                </a:cubicBezTo>
                <a:cubicBezTo>
                  <a:pt x="8777283" y="86235"/>
                  <a:pt x="8790432" y="100584"/>
                  <a:pt x="8805672" y="109728"/>
                </a:cubicBezTo>
                <a:cubicBezTo>
                  <a:pt x="8830056" y="106680"/>
                  <a:pt x="8856237" y="90904"/>
                  <a:pt x="8878824" y="100584"/>
                </a:cubicBezTo>
                <a:cubicBezTo>
                  <a:pt x="8904653" y="111654"/>
                  <a:pt x="8914567" y="144000"/>
                  <a:pt x="8933688" y="164592"/>
                </a:cubicBezTo>
                <a:cubicBezTo>
                  <a:pt x="8954220" y="186703"/>
                  <a:pt x="8976360" y="207264"/>
                  <a:pt x="8997696" y="228600"/>
                </a:cubicBezTo>
                <a:cubicBezTo>
                  <a:pt x="9031224" y="222504"/>
                  <a:pt x="9067139" y="224152"/>
                  <a:pt x="9098280" y="210312"/>
                </a:cubicBezTo>
                <a:cubicBezTo>
                  <a:pt x="9154871" y="185160"/>
                  <a:pt x="9155001" y="150203"/>
                  <a:pt x="9198864" y="118872"/>
                </a:cubicBezTo>
                <a:cubicBezTo>
                  <a:pt x="9206707" y="113270"/>
                  <a:pt x="9217152" y="112776"/>
                  <a:pt x="9226296" y="109728"/>
                </a:cubicBezTo>
                <a:cubicBezTo>
                  <a:pt x="9316685" y="182039"/>
                  <a:pt x="9231438" y="102348"/>
                  <a:pt x="9308592" y="228600"/>
                </a:cubicBezTo>
                <a:cubicBezTo>
                  <a:pt x="9326714" y="258254"/>
                  <a:pt x="9351264" y="283464"/>
                  <a:pt x="9372600" y="310896"/>
                </a:cubicBezTo>
                <a:cubicBezTo>
                  <a:pt x="9444164" y="287041"/>
                  <a:pt x="9391404" y="312624"/>
                  <a:pt x="9445752" y="173736"/>
                </a:cubicBezTo>
                <a:cubicBezTo>
                  <a:pt x="9481604" y="82114"/>
                  <a:pt x="9458320" y="103444"/>
                  <a:pt x="9518904" y="73152"/>
                </a:cubicBezTo>
                <a:cubicBezTo>
                  <a:pt x="9531096" y="85344"/>
                  <a:pt x="9546489" y="95016"/>
                  <a:pt x="9555480" y="109728"/>
                </a:cubicBezTo>
                <a:cubicBezTo>
                  <a:pt x="9648017" y="261153"/>
                  <a:pt x="9570406" y="213203"/>
                  <a:pt x="9656064" y="256032"/>
                </a:cubicBezTo>
                <a:cubicBezTo>
                  <a:pt x="9665208" y="246888"/>
                  <a:pt x="9675507" y="238768"/>
                  <a:pt x="9683496" y="228600"/>
                </a:cubicBezTo>
                <a:cubicBezTo>
                  <a:pt x="9709109" y="196001"/>
                  <a:pt x="9728634" y="158576"/>
                  <a:pt x="9756648" y="128016"/>
                </a:cubicBezTo>
                <a:cubicBezTo>
                  <a:pt x="9763161" y="120911"/>
                  <a:pt x="9774936" y="121920"/>
                  <a:pt x="9784080" y="118872"/>
                </a:cubicBezTo>
                <a:cubicBezTo>
                  <a:pt x="9867706" y="160685"/>
                  <a:pt x="9841151" y="135646"/>
                  <a:pt x="9902952" y="246888"/>
                </a:cubicBezTo>
                <a:cubicBezTo>
                  <a:pt x="9923626" y="284102"/>
                  <a:pt x="10060509" y="557659"/>
                  <a:pt x="10104120" y="621792"/>
                </a:cubicBezTo>
                <a:cubicBezTo>
                  <a:pt x="10120873" y="646429"/>
                  <a:pt x="10206881" y="740429"/>
                  <a:pt x="10241280" y="758952"/>
                </a:cubicBezTo>
                <a:cubicBezTo>
                  <a:pt x="10257604" y="767742"/>
                  <a:pt x="10277856" y="765048"/>
                  <a:pt x="10296144" y="768096"/>
                </a:cubicBezTo>
                <a:cubicBezTo>
                  <a:pt x="10320528" y="740664"/>
                  <a:pt x="10349398" y="716641"/>
                  <a:pt x="10369296" y="685800"/>
                </a:cubicBezTo>
                <a:cubicBezTo>
                  <a:pt x="10544307" y="414533"/>
                  <a:pt x="10419286" y="568101"/>
                  <a:pt x="10552176" y="320040"/>
                </a:cubicBezTo>
                <a:cubicBezTo>
                  <a:pt x="10594830" y="240420"/>
                  <a:pt x="10635340" y="209444"/>
                  <a:pt x="10698480" y="146304"/>
                </a:cubicBezTo>
                <a:lnTo>
                  <a:pt x="10725912" y="118872"/>
                </a:lnTo>
                <a:cubicBezTo>
                  <a:pt x="10765536" y="137160"/>
                  <a:pt x="10809871" y="147552"/>
                  <a:pt x="10844784" y="173736"/>
                </a:cubicBezTo>
                <a:cubicBezTo>
                  <a:pt x="11072254" y="344338"/>
                  <a:pt x="10816876" y="210074"/>
                  <a:pt x="10945368" y="274320"/>
                </a:cubicBezTo>
                <a:cubicBezTo>
                  <a:pt x="11043549" y="200684"/>
                  <a:pt x="10901034" y="314436"/>
                  <a:pt x="11027664" y="173736"/>
                </a:cubicBezTo>
                <a:cubicBezTo>
                  <a:pt x="11036783" y="163604"/>
                  <a:pt x="11052048" y="161544"/>
                  <a:pt x="11064240" y="155448"/>
                </a:cubicBezTo>
                <a:cubicBezTo>
                  <a:pt x="11082528" y="161544"/>
                  <a:pt x="11105145" y="160441"/>
                  <a:pt x="11119104" y="173736"/>
                </a:cubicBezTo>
                <a:cubicBezTo>
                  <a:pt x="11170820" y="222989"/>
                  <a:pt x="11205765" y="287829"/>
                  <a:pt x="11256264" y="338328"/>
                </a:cubicBezTo>
                <a:lnTo>
                  <a:pt x="11301984" y="384048"/>
                </a:lnTo>
                <a:cubicBezTo>
                  <a:pt x="11350752" y="368808"/>
                  <a:pt x="11404475" y="364616"/>
                  <a:pt x="11448288" y="338328"/>
                </a:cubicBezTo>
                <a:cubicBezTo>
                  <a:pt x="11483451" y="317230"/>
                  <a:pt x="11499449" y="273575"/>
                  <a:pt x="11530584" y="246888"/>
                </a:cubicBezTo>
                <a:cubicBezTo>
                  <a:pt x="11543046" y="236206"/>
                  <a:pt x="11561064" y="234696"/>
                  <a:pt x="11576304" y="228600"/>
                </a:cubicBezTo>
                <a:cubicBezTo>
                  <a:pt x="11597640" y="252984"/>
                  <a:pt x="11623331" y="274158"/>
                  <a:pt x="11640312" y="301752"/>
                </a:cubicBezTo>
                <a:cubicBezTo>
                  <a:pt x="11742614" y="467993"/>
                  <a:pt x="11692675" y="457856"/>
                  <a:pt x="11814048" y="603504"/>
                </a:cubicBezTo>
                <a:cubicBezTo>
                  <a:pt x="11840300" y="635006"/>
                  <a:pt x="11875008" y="658368"/>
                  <a:pt x="11905488" y="685800"/>
                </a:cubicBezTo>
                <a:cubicBezTo>
                  <a:pt x="11939016" y="667512"/>
                  <a:pt x="11980699" y="659481"/>
                  <a:pt x="12006072" y="630936"/>
                </a:cubicBezTo>
                <a:cubicBezTo>
                  <a:pt x="12032397" y="601321"/>
                  <a:pt x="12039262" y="558799"/>
                  <a:pt x="12051792" y="521208"/>
                </a:cubicBezTo>
                <a:cubicBezTo>
                  <a:pt x="12069798" y="467189"/>
                  <a:pt x="12079506" y="410635"/>
                  <a:pt x="12097512" y="356616"/>
                </a:cubicBezTo>
                <a:cubicBezTo>
                  <a:pt x="12100560" y="347472"/>
                  <a:pt x="12104565" y="338593"/>
                  <a:pt x="12106656" y="329184"/>
                </a:cubicBezTo>
                <a:cubicBezTo>
                  <a:pt x="12130773" y="220659"/>
                  <a:pt x="12098048" y="324707"/>
                  <a:pt x="12134088" y="228600"/>
                </a:cubicBezTo>
                <a:cubicBezTo>
                  <a:pt x="12137472" y="219575"/>
                  <a:pt x="12140894" y="210519"/>
                  <a:pt x="12143232" y="201168"/>
                </a:cubicBezTo>
                <a:cubicBezTo>
                  <a:pt x="12147001" y="186090"/>
                  <a:pt x="12146919" y="170000"/>
                  <a:pt x="12152376" y="155448"/>
                </a:cubicBezTo>
                <a:cubicBezTo>
                  <a:pt x="12156235" y="145158"/>
                  <a:pt x="12164568" y="137160"/>
                  <a:pt x="12170664" y="128016"/>
                </a:cubicBezTo>
                <a:lnTo>
                  <a:pt x="12188952" y="54864"/>
                </a:lnTo>
                <a:cubicBezTo>
                  <a:pt x="12199749" y="11676"/>
                  <a:pt x="12192476" y="7048"/>
                  <a:pt x="12207240" y="36576"/>
                </a:cubicBezTo>
              </a:path>
            </a:pathLst>
          </a:custGeom>
          <a:solidFill xmlns:a="http://schemas.openxmlformats.org/drawingml/2006/main">
            <a:schemeClr val="accent5">
              <a:lumMod val="40000"/>
              <a:lumOff val="6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3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a23f96da548ef"/>
          <a:srcRect xmlns:a="http://schemas.openxmlformats.org/drawingml/2006/main" l="15843" t="2347" r="246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1117" y="2133430"/>
            <a:ext cx="2289051" cy="37561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061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771C7E-0DF8-FAE0-F1D0-E14BA0CE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8686" y="2216926"/>
            <a:ext cx="6094476" cy="16927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200" b="0" i="0">
                <a:solidFill>
                  <a:srgbClr val="7030A0"/>
                </a:solidFill>
                <a:latin typeface="Bahnschrift SemiBold"/>
                <a:ea typeface="Bahnschrift SemiBold"/>
                <a:cs typeface="Bahnschrift SemiBold"/>
              </a:rPr>
              <a:t>Shaik Saidhul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rPr b="0" i="0">
                <a:solidFill>
                  <a:schemeClr val="bg1">
                    <a:lumMod val="50000"/>
                  </a:schemeClr>
                </a:solidFill>
                <a:latin typeface="Bahnschrift SemiBold"/>
                <a:ea typeface="Bahnschrift SemiBold"/>
                <a:cs typeface="Bahnschrift SemiBold"/>
              </a:rPr>
              <a:t> I am the instructor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rPr b="0" i="0">
                <a:solidFill>
                  <a:srgbClr val="000000"/>
                </a:solidFill>
                <a:latin typeface="Bahnschrift SemiBold"/>
                <a:ea typeface="Bahnschrift SemiBold"/>
                <a:cs typeface="Bahnschrift SemiBold"/>
              </a:rPr>
              <a:t> We will build this project step by step...</a:t>
            </a:r>
          </a:p>
        </p:txBody>
      </p:sp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6032D7E8-13C2-99DF-F8ED-FD0CBCE4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8288"/>
            <a:ext cx="12207240" cy="768096"/>
          </a:xfrm>
          <a:custGeom xmlns:a="http://schemas.openxmlformats.org/drawingml/2006/main">
            <a:rect l="l" t="t" r="r" b="b"/>
            <a:pathLst>
              <a:path w="12207240" h="768096">
                <a:moveTo>
                  <a:pt x="0" y="27432"/>
                </a:moveTo>
                <a:cubicBezTo>
                  <a:pt x="42672" y="70104"/>
                  <a:pt x="91808" y="107170"/>
                  <a:pt x="128016" y="155448"/>
                </a:cubicBezTo>
                <a:cubicBezTo>
                  <a:pt x="166613" y="206910"/>
                  <a:pt x="188298" y="243008"/>
                  <a:pt x="237744" y="283464"/>
                </a:cubicBezTo>
                <a:cubicBezTo>
                  <a:pt x="266619" y="307089"/>
                  <a:pt x="315127" y="324466"/>
                  <a:pt x="347472" y="338328"/>
                </a:cubicBezTo>
                <a:cubicBezTo>
                  <a:pt x="393192" y="323088"/>
                  <a:pt x="442404" y="315833"/>
                  <a:pt x="484632" y="292608"/>
                </a:cubicBezTo>
                <a:cubicBezTo>
                  <a:pt x="505491" y="281136"/>
                  <a:pt x="514205" y="255236"/>
                  <a:pt x="530352" y="237744"/>
                </a:cubicBezTo>
                <a:cubicBezTo>
                  <a:pt x="550818" y="215572"/>
                  <a:pt x="573894" y="195908"/>
                  <a:pt x="594360" y="173736"/>
                </a:cubicBezTo>
                <a:cubicBezTo>
                  <a:pt x="661887" y="100582"/>
                  <a:pt x="613453" y="136623"/>
                  <a:pt x="667512" y="100584"/>
                </a:cubicBezTo>
                <a:cubicBezTo>
                  <a:pt x="697992" y="115824"/>
                  <a:pt x="733200" y="123985"/>
                  <a:pt x="758952" y="146304"/>
                </a:cubicBezTo>
                <a:cubicBezTo>
                  <a:pt x="780682" y="165136"/>
                  <a:pt x="786264" y="197366"/>
                  <a:pt x="804672" y="219456"/>
                </a:cubicBezTo>
                <a:cubicBezTo>
                  <a:pt x="817166" y="234449"/>
                  <a:pt x="835152" y="243840"/>
                  <a:pt x="850392" y="256032"/>
                </a:cubicBezTo>
                <a:cubicBezTo>
                  <a:pt x="868680" y="252984"/>
                  <a:pt x="890720" y="258396"/>
                  <a:pt x="905256" y="246888"/>
                </a:cubicBezTo>
                <a:cubicBezTo>
                  <a:pt x="966090" y="198728"/>
                  <a:pt x="1000450" y="116995"/>
                  <a:pt x="1069848" y="82296"/>
                </a:cubicBezTo>
                <a:cubicBezTo>
                  <a:pt x="1139393" y="47523"/>
                  <a:pt x="1105728" y="62458"/>
                  <a:pt x="1170432" y="36576"/>
                </a:cubicBezTo>
                <a:cubicBezTo>
                  <a:pt x="1225176" y="54824"/>
                  <a:pt x="1201188" y="39963"/>
                  <a:pt x="1243584" y="128016"/>
                </a:cubicBezTo>
                <a:cubicBezTo>
                  <a:pt x="1269630" y="182111"/>
                  <a:pt x="1295831" y="236326"/>
                  <a:pt x="1316736" y="292608"/>
                </a:cubicBezTo>
                <a:cubicBezTo>
                  <a:pt x="1388609" y="486113"/>
                  <a:pt x="1336488" y="430135"/>
                  <a:pt x="1426464" y="640080"/>
                </a:cubicBezTo>
                <a:cubicBezTo>
                  <a:pt x="1436793" y="664180"/>
                  <a:pt x="1456944" y="682752"/>
                  <a:pt x="1472184" y="704088"/>
                </a:cubicBezTo>
                <a:cubicBezTo>
                  <a:pt x="1642228" y="670079"/>
                  <a:pt x="1617123" y="691571"/>
                  <a:pt x="1792224" y="475488"/>
                </a:cubicBezTo>
                <a:cubicBezTo>
                  <a:pt x="1875650" y="372537"/>
                  <a:pt x="1946901" y="167596"/>
                  <a:pt x="2075688" y="73152"/>
                </a:cubicBezTo>
                <a:cubicBezTo>
                  <a:pt x="2091233" y="61752"/>
                  <a:pt x="2112264" y="60960"/>
                  <a:pt x="2130552" y="54864"/>
                </a:cubicBezTo>
                <a:cubicBezTo>
                  <a:pt x="2241683" y="77090"/>
                  <a:pt x="2107572" y="41476"/>
                  <a:pt x="2276856" y="164592"/>
                </a:cubicBezTo>
                <a:cubicBezTo>
                  <a:pt x="2306641" y="186254"/>
                  <a:pt x="2343912" y="195072"/>
                  <a:pt x="2377440" y="210312"/>
                </a:cubicBezTo>
                <a:cubicBezTo>
                  <a:pt x="2561429" y="67209"/>
                  <a:pt x="2473064" y="73675"/>
                  <a:pt x="2615184" y="91440"/>
                </a:cubicBezTo>
                <a:cubicBezTo>
                  <a:pt x="2642616" y="109728"/>
                  <a:pt x="2665495" y="138308"/>
                  <a:pt x="2697480" y="146304"/>
                </a:cubicBezTo>
                <a:cubicBezTo>
                  <a:pt x="2740805" y="157135"/>
                  <a:pt x="2812403" y="89830"/>
                  <a:pt x="2834640" y="73152"/>
                </a:cubicBezTo>
                <a:cubicBezTo>
                  <a:pt x="2877312" y="79248"/>
                  <a:pt x="2919600" y="89390"/>
                  <a:pt x="2962656" y="91440"/>
                </a:cubicBezTo>
                <a:cubicBezTo>
                  <a:pt x="2984184" y="92465"/>
                  <a:pt x="3005111" y="82296"/>
                  <a:pt x="3026664" y="82296"/>
                </a:cubicBezTo>
                <a:cubicBezTo>
                  <a:pt x="3063367" y="82296"/>
                  <a:pt x="3099816" y="88392"/>
                  <a:pt x="3136392" y="91440"/>
                </a:cubicBezTo>
                <a:cubicBezTo>
                  <a:pt x="3182112" y="88392"/>
                  <a:pt x="3229214" y="70730"/>
                  <a:pt x="3273552" y="82296"/>
                </a:cubicBezTo>
                <a:cubicBezTo>
                  <a:pt x="3300574" y="89345"/>
                  <a:pt x="3408722" y="213987"/>
                  <a:pt x="3419856" y="228600"/>
                </a:cubicBezTo>
                <a:cubicBezTo>
                  <a:pt x="3446497" y="263566"/>
                  <a:pt x="3470858" y="300357"/>
                  <a:pt x="3493008" y="338328"/>
                </a:cubicBezTo>
                <a:cubicBezTo>
                  <a:pt x="3513613" y="373651"/>
                  <a:pt x="3527267" y="412733"/>
                  <a:pt x="3547872" y="448056"/>
                </a:cubicBezTo>
                <a:cubicBezTo>
                  <a:pt x="3590953" y="521910"/>
                  <a:pt x="3632625" y="591017"/>
                  <a:pt x="3712464" y="630936"/>
                </a:cubicBezTo>
                <a:cubicBezTo>
                  <a:pt x="3734443" y="641926"/>
                  <a:pt x="3761232" y="637032"/>
                  <a:pt x="3785616" y="640080"/>
                </a:cubicBezTo>
                <a:cubicBezTo>
                  <a:pt x="3822192" y="624840"/>
                  <a:pt x="3867985" y="623022"/>
                  <a:pt x="3895344" y="594360"/>
                </a:cubicBezTo>
                <a:cubicBezTo>
                  <a:pt x="3935826" y="551950"/>
                  <a:pt x="3948735" y="489921"/>
                  <a:pt x="3977640" y="438912"/>
                </a:cubicBezTo>
                <a:cubicBezTo>
                  <a:pt x="4000578" y="398434"/>
                  <a:pt x="4024223" y="358233"/>
                  <a:pt x="4050792" y="320040"/>
                </a:cubicBezTo>
                <a:cubicBezTo>
                  <a:pt x="4083617" y="272855"/>
                  <a:pt x="4119724" y="223237"/>
                  <a:pt x="4169664" y="192024"/>
                </a:cubicBezTo>
                <a:cubicBezTo>
                  <a:pt x="4177838" y="186916"/>
                  <a:pt x="4187952" y="185928"/>
                  <a:pt x="4197096" y="182880"/>
                </a:cubicBezTo>
                <a:cubicBezTo>
                  <a:pt x="4307784" y="227155"/>
                  <a:pt x="4167112" y="162340"/>
                  <a:pt x="4325112" y="301752"/>
                </a:cubicBezTo>
                <a:cubicBezTo>
                  <a:pt x="4345554" y="319789"/>
                  <a:pt x="4373880" y="326136"/>
                  <a:pt x="4398264" y="338328"/>
                </a:cubicBezTo>
                <a:cubicBezTo>
                  <a:pt x="4422648" y="313944"/>
                  <a:pt x="4449874" y="292104"/>
                  <a:pt x="4471416" y="265176"/>
                </a:cubicBezTo>
                <a:cubicBezTo>
                  <a:pt x="4498877" y="230850"/>
                  <a:pt x="4512736" y="185764"/>
                  <a:pt x="4544568" y="155448"/>
                </a:cubicBezTo>
                <a:cubicBezTo>
                  <a:pt x="4609949" y="93180"/>
                  <a:pt x="4667852" y="80825"/>
                  <a:pt x="4745736" y="54864"/>
                </a:cubicBezTo>
                <a:cubicBezTo>
                  <a:pt x="4785360" y="70104"/>
                  <a:pt x="4835605" y="69581"/>
                  <a:pt x="4864608" y="100584"/>
                </a:cubicBezTo>
                <a:cubicBezTo>
                  <a:pt x="4928177" y="168537"/>
                  <a:pt x="4949637" y="268300"/>
                  <a:pt x="5010912" y="338328"/>
                </a:cubicBezTo>
                <a:cubicBezTo>
                  <a:pt x="5032248" y="362712"/>
                  <a:pt x="5046680" y="395595"/>
                  <a:pt x="5074920" y="411480"/>
                </a:cubicBezTo>
                <a:cubicBezTo>
                  <a:pt x="5098976" y="425012"/>
                  <a:pt x="5129784" y="417576"/>
                  <a:pt x="5157216" y="420624"/>
                </a:cubicBezTo>
                <a:cubicBezTo>
                  <a:pt x="5214007" y="335437"/>
                  <a:pt x="5321221" y="135761"/>
                  <a:pt x="5431536" y="54864"/>
                </a:cubicBezTo>
                <a:cubicBezTo>
                  <a:pt x="5444069" y="45673"/>
                  <a:pt x="5462016" y="48768"/>
                  <a:pt x="5477256" y="45720"/>
                </a:cubicBezTo>
                <a:cubicBezTo>
                  <a:pt x="5486400" y="51816"/>
                  <a:pt x="5497987" y="55297"/>
                  <a:pt x="5504688" y="64008"/>
                </a:cubicBezTo>
                <a:cubicBezTo>
                  <a:pt x="5589305" y="174009"/>
                  <a:pt x="5574108" y="204836"/>
                  <a:pt x="5660136" y="338328"/>
                </a:cubicBezTo>
                <a:cubicBezTo>
                  <a:pt x="5713306" y="420833"/>
                  <a:pt x="5737302" y="558514"/>
                  <a:pt x="5833872" y="576072"/>
                </a:cubicBezTo>
                <a:lnTo>
                  <a:pt x="5934456" y="594360"/>
                </a:lnTo>
                <a:cubicBezTo>
                  <a:pt x="5971032" y="566928"/>
                  <a:pt x="6015232" y="547449"/>
                  <a:pt x="6044184" y="512064"/>
                </a:cubicBezTo>
                <a:cubicBezTo>
                  <a:pt x="6098810" y="445299"/>
                  <a:pt x="6137221" y="366734"/>
                  <a:pt x="6181344" y="292608"/>
                </a:cubicBezTo>
                <a:cubicBezTo>
                  <a:pt x="6259955" y="160541"/>
                  <a:pt x="6255714" y="122378"/>
                  <a:pt x="6364224" y="27432"/>
                </a:cubicBezTo>
                <a:cubicBezTo>
                  <a:pt x="6379612" y="13968"/>
                  <a:pt x="6400800" y="9144"/>
                  <a:pt x="6419088" y="0"/>
                </a:cubicBezTo>
                <a:cubicBezTo>
                  <a:pt x="6440424" y="6096"/>
                  <a:pt x="6466457" y="3607"/>
                  <a:pt x="6483096" y="18288"/>
                </a:cubicBezTo>
                <a:cubicBezTo>
                  <a:pt x="6520581" y="51363"/>
                  <a:pt x="6547292" y="95245"/>
                  <a:pt x="6574536" y="137160"/>
                </a:cubicBezTo>
                <a:cubicBezTo>
                  <a:pt x="6626670" y="217366"/>
                  <a:pt x="6649342" y="320495"/>
                  <a:pt x="6720840" y="384048"/>
                </a:cubicBezTo>
                <a:cubicBezTo>
                  <a:pt x="6748272" y="408432"/>
                  <a:pt x="6770308" y="440786"/>
                  <a:pt x="6803136" y="457200"/>
                </a:cubicBezTo>
                <a:cubicBezTo>
                  <a:pt x="6833616" y="472440"/>
                  <a:pt x="6870192" y="469392"/>
                  <a:pt x="6903720" y="475488"/>
                </a:cubicBezTo>
                <a:cubicBezTo>
                  <a:pt x="6946392" y="457200"/>
                  <a:pt x="6997451" y="451927"/>
                  <a:pt x="7031736" y="420624"/>
                </a:cubicBezTo>
                <a:cubicBezTo>
                  <a:pt x="7071111" y="384673"/>
                  <a:pt x="7084456" y="327827"/>
                  <a:pt x="7114032" y="283464"/>
                </a:cubicBezTo>
                <a:cubicBezTo>
                  <a:pt x="7133309" y="254548"/>
                  <a:pt x="7156704" y="228600"/>
                  <a:pt x="7178040" y="201168"/>
                </a:cubicBezTo>
                <a:cubicBezTo>
                  <a:pt x="7208520" y="216408"/>
                  <a:pt x="7245383" y="222791"/>
                  <a:pt x="7269480" y="246888"/>
                </a:cubicBezTo>
                <a:cubicBezTo>
                  <a:pt x="7402808" y="380216"/>
                  <a:pt x="7305792" y="375611"/>
                  <a:pt x="7452360" y="466344"/>
                </a:cubicBezTo>
                <a:cubicBezTo>
                  <a:pt x="7482694" y="485122"/>
                  <a:pt x="7519416" y="490728"/>
                  <a:pt x="7552944" y="502920"/>
                </a:cubicBezTo>
                <a:cubicBezTo>
                  <a:pt x="7583424" y="499872"/>
                  <a:pt x="7616986" y="507475"/>
                  <a:pt x="7644384" y="493776"/>
                </a:cubicBezTo>
                <a:cubicBezTo>
                  <a:pt x="7856525" y="387706"/>
                  <a:pt x="7606055" y="436550"/>
                  <a:pt x="7781544" y="411480"/>
                </a:cubicBezTo>
                <a:cubicBezTo>
                  <a:pt x="7830859" y="456686"/>
                  <a:pt x="8045983" y="659990"/>
                  <a:pt x="8083296" y="658368"/>
                </a:cubicBezTo>
                <a:cubicBezTo>
                  <a:pt x="8177104" y="654289"/>
                  <a:pt x="8235696" y="548640"/>
                  <a:pt x="8311896" y="493776"/>
                </a:cubicBezTo>
                <a:cubicBezTo>
                  <a:pt x="8357088" y="318656"/>
                  <a:pt x="8343292" y="235212"/>
                  <a:pt x="8449056" y="118872"/>
                </a:cubicBezTo>
                <a:cubicBezTo>
                  <a:pt x="8455540" y="111740"/>
                  <a:pt x="8467867" y="114039"/>
                  <a:pt x="8476488" y="109728"/>
                </a:cubicBezTo>
                <a:cubicBezTo>
                  <a:pt x="8486318" y="104813"/>
                  <a:pt x="8495477" y="98475"/>
                  <a:pt x="8503920" y="91440"/>
                </a:cubicBezTo>
                <a:cubicBezTo>
                  <a:pt x="8550615" y="52527"/>
                  <a:pt x="8508722" y="69665"/>
                  <a:pt x="8567928" y="54864"/>
                </a:cubicBezTo>
                <a:cubicBezTo>
                  <a:pt x="8580120" y="57912"/>
                  <a:pt x="8592063" y="62231"/>
                  <a:pt x="8604504" y="64008"/>
                </a:cubicBezTo>
                <a:cubicBezTo>
                  <a:pt x="8656153" y="71386"/>
                  <a:pt x="8709076" y="70733"/>
                  <a:pt x="8759952" y="82296"/>
                </a:cubicBezTo>
                <a:cubicBezTo>
                  <a:pt x="8777283" y="86235"/>
                  <a:pt x="8790432" y="100584"/>
                  <a:pt x="8805672" y="109728"/>
                </a:cubicBezTo>
                <a:cubicBezTo>
                  <a:pt x="8830056" y="106680"/>
                  <a:pt x="8856237" y="90904"/>
                  <a:pt x="8878824" y="100584"/>
                </a:cubicBezTo>
                <a:cubicBezTo>
                  <a:pt x="8904653" y="111654"/>
                  <a:pt x="8914567" y="144000"/>
                  <a:pt x="8933688" y="164592"/>
                </a:cubicBezTo>
                <a:cubicBezTo>
                  <a:pt x="8954220" y="186703"/>
                  <a:pt x="8976360" y="207264"/>
                  <a:pt x="8997696" y="228600"/>
                </a:cubicBezTo>
                <a:cubicBezTo>
                  <a:pt x="9031224" y="222504"/>
                  <a:pt x="9067139" y="224152"/>
                  <a:pt x="9098280" y="210312"/>
                </a:cubicBezTo>
                <a:cubicBezTo>
                  <a:pt x="9154871" y="185160"/>
                  <a:pt x="9155001" y="150203"/>
                  <a:pt x="9198864" y="118872"/>
                </a:cubicBezTo>
                <a:cubicBezTo>
                  <a:pt x="9206707" y="113270"/>
                  <a:pt x="9217152" y="112776"/>
                  <a:pt x="9226296" y="109728"/>
                </a:cubicBezTo>
                <a:cubicBezTo>
                  <a:pt x="9316685" y="182039"/>
                  <a:pt x="9231438" y="102348"/>
                  <a:pt x="9308592" y="228600"/>
                </a:cubicBezTo>
                <a:cubicBezTo>
                  <a:pt x="9326714" y="258254"/>
                  <a:pt x="9351264" y="283464"/>
                  <a:pt x="9372600" y="310896"/>
                </a:cubicBezTo>
                <a:cubicBezTo>
                  <a:pt x="9444164" y="287041"/>
                  <a:pt x="9391404" y="312624"/>
                  <a:pt x="9445752" y="173736"/>
                </a:cubicBezTo>
                <a:cubicBezTo>
                  <a:pt x="9481604" y="82114"/>
                  <a:pt x="9458320" y="103444"/>
                  <a:pt x="9518904" y="73152"/>
                </a:cubicBezTo>
                <a:cubicBezTo>
                  <a:pt x="9531096" y="85344"/>
                  <a:pt x="9546489" y="95016"/>
                  <a:pt x="9555480" y="109728"/>
                </a:cubicBezTo>
                <a:cubicBezTo>
                  <a:pt x="9648017" y="261153"/>
                  <a:pt x="9570406" y="213203"/>
                  <a:pt x="9656064" y="256032"/>
                </a:cubicBezTo>
                <a:cubicBezTo>
                  <a:pt x="9665208" y="246888"/>
                  <a:pt x="9675507" y="238768"/>
                  <a:pt x="9683496" y="228600"/>
                </a:cubicBezTo>
                <a:cubicBezTo>
                  <a:pt x="9709109" y="196001"/>
                  <a:pt x="9728634" y="158576"/>
                  <a:pt x="9756648" y="128016"/>
                </a:cubicBezTo>
                <a:cubicBezTo>
                  <a:pt x="9763161" y="120911"/>
                  <a:pt x="9774936" y="121920"/>
                  <a:pt x="9784080" y="118872"/>
                </a:cubicBezTo>
                <a:cubicBezTo>
                  <a:pt x="9867706" y="160685"/>
                  <a:pt x="9841151" y="135646"/>
                  <a:pt x="9902952" y="246888"/>
                </a:cubicBezTo>
                <a:cubicBezTo>
                  <a:pt x="9923626" y="284102"/>
                  <a:pt x="10060509" y="557659"/>
                  <a:pt x="10104120" y="621792"/>
                </a:cubicBezTo>
                <a:cubicBezTo>
                  <a:pt x="10120873" y="646429"/>
                  <a:pt x="10206881" y="740429"/>
                  <a:pt x="10241280" y="758952"/>
                </a:cubicBezTo>
                <a:cubicBezTo>
                  <a:pt x="10257604" y="767742"/>
                  <a:pt x="10277856" y="765048"/>
                  <a:pt x="10296144" y="768096"/>
                </a:cubicBezTo>
                <a:cubicBezTo>
                  <a:pt x="10320528" y="740664"/>
                  <a:pt x="10349398" y="716641"/>
                  <a:pt x="10369296" y="685800"/>
                </a:cubicBezTo>
                <a:cubicBezTo>
                  <a:pt x="10544307" y="414533"/>
                  <a:pt x="10419286" y="568101"/>
                  <a:pt x="10552176" y="320040"/>
                </a:cubicBezTo>
                <a:cubicBezTo>
                  <a:pt x="10594830" y="240420"/>
                  <a:pt x="10635340" y="209444"/>
                  <a:pt x="10698480" y="146304"/>
                </a:cubicBezTo>
                <a:lnTo>
                  <a:pt x="10725912" y="118872"/>
                </a:lnTo>
                <a:cubicBezTo>
                  <a:pt x="10765536" y="137160"/>
                  <a:pt x="10809871" y="147552"/>
                  <a:pt x="10844784" y="173736"/>
                </a:cubicBezTo>
                <a:cubicBezTo>
                  <a:pt x="11072254" y="344338"/>
                  <a:pt x="10816876" y="210074"/>
                  <a:pt x="10945368" y="274320"/>
                </a:cubicBezTo>
                <a:cubicBezTo>
                  <a:pt x="11043549" y="200684"/>
                  <a:pt x="10901034" y="314436"/>
                  <a:pt x="11027664" y="173736"/>
                </a:cubicBezTo>
                <a:cubicBezTo>
                  <a:pt x="11036783" y="163604"/>
                  <a:pt x="11052048" y="161544"/>
                  <a:pt x="11064240" y="155448"/>
                </a:cubicBezTo>
                <a:cubicBezTo>
                  <a:pt x="11082528" y="161544"/>
                  <a:pt x="11105145" y="160441"/>
                  <a:pt x="11119104" y="173736"/>
                </a:cubicBezTo>
                <a:cubicBezTo>
                  <a:pt x="11170820" y="222989"/>
                  <a:pt x="11205765" y="287829"/>
                  <a:pt x="11256264" y="338328"/>
                </a:cubicBezTo>
                <a:lnTo>
                  <a:pt x="11301984" y="384048"/>
                </a:lnTo>
                <a:cubicBezTo>
                  <a:pt x="11350752" y="368808"/>
                  <a:pt x="11404475" y="364616"/>
                  <a:pt x="11448288" y="338328"/>
                </a:cubicBezTo>
                <a:cubicBezTo>
                  <a:pt x="11483451" y="317230"/>
                  <a:pt x="11499449" y="273575"/>
                  <a:pt x="11530584" y="246888"/>
                </a:cubicBezTo>
                <a:cubicBezTo>
                  <a:pt x="11543046" y="236206"/>
                  <a:pt x="11561064" y="234696"/>
                  <a:pt x="11576304" y="228600"/>
                </a:cubicBezTo>
                <a:cubicBezTo>
                  <a:pt x="11597640" y="252984"/>
                  <a:pt x="11623331" y="274158"/>
                  <a:pt x="11640312" y="301752"/>
                </a:cubicBezTo>
                <a:cubicBezTo>
                  <a:pt x="11742614" y="467993"/>
                  <a:pt x="11692675" y="457856"/>
                  <a:pt x="11814048" y="603504"/>
                </a:cubicBezTo>
                <a:cubicBezTo>
                  <a:pt x="11840300" y="635006"/>
                  <a:pt x="11875008" y="658368"/>
                  <a:pt x="11905488" y="685800"/>
                </a:cubicBezTo>
                <a:cubicBezTo>
                  <a:pt x="11939016" y="667512"/>
                  <a:pt x="11980699" y="659481"/>
                  <a:pt x="12006072" y="630936"/>
                </a:cubicBezTo>
                <a:cubicBezTo>
                  <a:pt x="12032397" y="601321"/>
                  <a:pt x="12039262" y="558799"/>
                  <a:pt x="12051792" y="521208"/>
                </a:cubicBezTo>
                <a:cubicBezTo>
                  <a:pt x="12069798" y="467189"/>
                  <a:pt x="12079506" y="410635"/>
                  <a:pt x="12097512" y="356616"/>
                </a:cubicBezTo>
                <a:cubicBezTo>
                  <a:pt x="12100560" y="347472"/>
                  <a:pt x="12104565" y="338593"/>
                  <a:pt x="12106656" y="329184"/>
                </a:cubicBezTo>
                <a:cubicBezTo>
                  <a:pt x="12130773" y="220659"/>
                  <a:pt x="12098048" y="324707"/>
                  <a:pt x="12134088" y="228600"/>
                </a:cubicBezTo>
                <a:cubicBezTo>
                  <a:pt x="12137472" y="219575"/>
                  <a:pt x="12140894" y="210519"/>
                  <a:pt x="12143232" y="201168"/>
                </a:cubicBezTo>
                <a:cubicBezTo>
                  <a:pt x="12147001" y="186090"/>
                  <a:pt x="12146919" y="170000"/>
                  <a:pt x="12152376" y="155448"/>
                </a:cubicBezTo>
                <a:cubicBezTo>
                  <a:pt x="12156235" y="145158"/>
                  <a:pt x="12164568" y="137160"/>
                  <a:pt x="12170664" y="128016"/>
                </a:cubicBezTo>
                <a:lnTo>
                  <a:pt x="12188952" y="54864"/>
                </a:lnTo>
                <a:cubicBezTo>
                  <a:pt x="12199749" y="11676"/>
                  <a:pt x="12192476" y="7048"/>
                  <a:pt x="12207240" y="36576"/>
                </a:cubicBezTo>
              </a:path>
            </a:pathLst>
          </a:custGeom>
          <a:solidFill xmlns:a="http://schemas.openxmlformats.org/drawingml/2006/main">
            <a:schemeClr val="accent4">
              <a:lumMod val="40000"/>
              <a:lumOff val="6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0c53a67114c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952" y="1766235"/>
            <a:ext cx="2432304" cy="2594154"/>
          </a:xfrm>
          <a:prstGeom xmlns:a="http://schemas.openxmlformats.org/drawingml/2006/main" prst="ellipse">
            <a:avLst/>
          </a:prstGeom>
          <a:ln xmlns:a="http://schemas.openxmlformats.org/drawingml/2006/main" w="63500" cap="rnd">
            <a:solidFill>
              <a:srgbClr val="333333"/>
            </a:solidFill>
          </a:ln>
          <a:effectLst xmlns:a="http://schemas.openxmlformats.org/drawingml/2006/main">
            <a:outerShdw blurRad="381000" dist="292100" dir="5400000" sx="-80000" sy="-18000" rotWithShape="0">
              <a:srgbClr val="000000">
                <a:alpha val="2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7651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50B89A4-AE9F-AE6C-83B7-210C0472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786" y="1316180"/>
            <a:ext cx="6094476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 i="0">
                <a:solidFill>
                  <a:srgbClr val="7030A0"/>
                </a:solidFill>
                <a:latin typeface="Bahnschrift SemiBold"/>
                <a:ea typeface="Bahnschrift SemiBold"/>
                <a:cs typeface="Bahnschrift SemiBold"/>
              </a:rPr>
              <a:t>with this course, you will receive</a:t>
            </a:r>
          </a:p>
        </p:txBody>
      </p:sp>
      <p:sp>
        <p:nvSpPr>
          <p:cNvPr id="15" name="Freeform: Shape 14">
            <a:extLst xmlns:a="http://schemas.openxmlformats.org/drawingml/2006/main">
              <a:ext uri="{FF2B5EF4-FFF2-40B4-BE49-F238E27FC236}">
                <a16:creationId xmlns:a16="http://schemas.microsoft.com/office/drawing/2014/main" id="{A6F2051E-47D7-E79D-55CA-7271D334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0264"/>
            <a:ext cx="2008579" cy="1004289"/>
          </a:xfrm>
          <a:custGeom xmlns:a="http://schemas.openxmlformats.org/drawingml/2006/main">
            <a:rect l="l" t="t" r="r" b="b"/>
            <a:pathLst>
              <a:path w="2008579" h="1004289">
                <a:moveTo>
                  <a:pt x="0" y="0"/>
                </a:moveTo>
                <a:lnTo>
                  <a:pt x="2008579" y="0"/>
                </a:lnTo>
                <a:lnTo>
                  <a:pt x="2008579" y="1004289"/>
                </a:lnTo>
                <a:lnTo>
                  <a:pt x="0" y="1004289"/>
                </a:lnTo>
                <a:lnTo>
                  <a:pt x="0" y="0"/>
                </a:lnTo>
                <a:close/>
              </a:path>
            </a:pathLst>
          </a:custGeom>
        </p:spPr>
        <p:style>
          <a:lnRef xmlns:a="http://schemas.openxmlformats.org/drawingml/2006/main" idx="0">
            <a:schemeClr val="lt2">
              <a:lumOff val="0"/>
            </a:schemeClr>
          </a:lnRef>
          <a:fillRef xmlns:a="http://schemas.openxmlformats.org/drawingml/2006/main" idx="3">
            <a:schemeClr val="dk2">
              <a:lumOff val="0"/>
            </a:schemeClr>
          </a:fillRef>
          <a:effectRef xmlns:a="http://schemas.openxmlformats.org/drawingml/2006/main" idx="3">
            <a:schemeClr val="dk2">
              <a:lumOff val="0"/>
            </a:schemeClr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10160" tIns="10160" rIns="10160" bIns="1016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/>
              <a:t>End-to-end GCP implementation</a:t>
            </a:r>
          </a:p>
        </p:txBody>
      </p:sp>
      <p:sp>
        <p:nvSpPr>
          <p:cNvPr id="16" name="Freeform: Shape 15">
            <a:extLst xmlns:a="http://schemas.openxmlformats.org/drawingml/2006/main">
              <a:ext uri="{FF2B5EF4-FFF2-40B4-BE49-F238E27FC236}">
                <a16:creationId xmlns:a16="http://schemas.microsoft.com/office/drawing/2014/main" id="{2D781002-864C-0B73-6DE4-13641562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4658"/>
            <a:ext cx="2008579" cy="1004289"/>
          </a:xfrm>
          <a:custGeom xmlns:a="http://schemas.openxmlformats.org/drawingml/2006/main">
            <a:rect l="l" t="t" r="r" b="b"/>
            <a:pathLst>
              <a:path w="2008579" h="1004289">
                <a:moveTo>
                  <a:pt x="0" y="0"/>
                </a:moveTo>
                <a:lnTo>
                  <a:pt x="2008579" y="0"/>
                </a:lnTo>
                <a:lnTo>
                  <a:pt x="2008579" y="1004289"/>
                </a:lnTo>
                <a:lnTo>
                  <a:pt x="0" y="1004289"/>
                </a:lnTo>
                <a:lnTo>
                  <a:pt x="0" y="0"/>
                </a:lnTo>
                <a:close/>
              </a:path>
            </a:pathLst>
          </a:custGeom>
        </p:spPr>
        <p:style>
          <a:lnRef xmlns:a="http://schemas.openxmlformats.org/drawingml/2006/main" idx="0">
            <a:schemeClr val="lt2">
              <a:lumOff val="0"/>
            </a:schemeClr>
          </a:lnRef>
          <a:fillRef xmlns:a="http://schemas.openxmlformats.org/drawingml/2006/main" idx="3">
            <a:schemeClr val="dk2">
              <a:lumOff val="0"/>
            </a:schemeClr>
          </a:fillRef>
          <a:effectRef xmlns:a="http://schemas.openxmlformats.org/drawingml/2006/main" idx="3">
            <a:schemeClr val="dk2">
              <a:lumOff val="0"/>
            </a:schemeClr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10160" tIns="10160" rIns="10160" bIns="1016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/>
              <a:t>hands-on code development</a:t>
            </a:r>
          </a:p>
        </p:txBody>
      </p:sp>
      <p:sp>
        <p:nvSpPr>
          <p:cNvPr id="17" name="Freeform: Shape 16">
            <a:extLst xmlns:a="http://schemas.openxmlformats.org/drawingml/2006/main">
              <a:ext uri="{FF2B5EF4-FFF2-40B4-BE49-F238E27FC236}">
                <a16:creationId xmlns:a16="http://schemas.microsoft.com/office/drawing/2014/main" id="{3958B039-0DDE-5C48-C13F-8A59106E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170" y="2330263"/>
            <a:ext cx="2008579" cy="1004289"/>
          </a:xfrm>
          <a:custGeom xmlns:a="http://schemas.openxmlformats.org/drawingml/2006/main">
            <a:rect l="l" t="t" r="r" b="b"/>
            <a:pathLst>
              <a:path w="2008579" h="1004289">
                <a:moveTo>
                  <a:pt x="0" y="0"/>
                </a:moveTo>
                <a:lnTo>
                  <a:pt x="2008579" y="0"/>
                </a:lnTo>
                <a:lnTo>
                  <a:pt x="2008579" y="1004289"/>
                </a:lnTo>
                <a:lnTo>
                  <a:pt x="0" y="1004289"/>
                </a:lnTo>
                <a:lnTo>
                  <a:pt x="0" y="0"/>
                </a:lnTo>
                <a:close/>
              </a:path>
            </a:pathLst>
          </a:custGeom>
        </p:spPr>
        <p:style>
          <a:lnRef xmlns:a="http://schemas.openxmlformats.org/drawingml/2006/main" idx="0">
            <a:schemeClr val="lt2">
              <a:lumOff val="0"/>
            </a:schemeClr>
          </a:lnRef>
          <a:fillRef xmlns:a="http://schemas.openxmlformats.org/drawingml/2006/main" idx="3">
            <a:schemeClr val="dk2">
              <a:lumOff val="0"/>
            </a:schemeClr>
          </a:fillRef>
          <a:effectRef xmlns:a="http://schemas.openxmlformats.org/drawingml/2006/main" idx="3">
            <a:schemeClr val="dk2">
              <a:lumOff val="0"/>
            </a:schemeClr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10160" tIns="10160" rIns="10160" bIns="1016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/>
              <a:t>lifetime access to materials</a:t>
            </a:r>
          </a:p>
        </p:txBody>
      </p:sp>
      <p:sp>
        <p:nvSpPr>
          <p:cNvPr id="18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F0873F53-E596-D8A7-9C16-C634BFA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169" y="3674658"/>
            <a:ext cx="2008579" cy="1004289"/>
          </a:xfrm>
          <a:custGeom xmlns:a="http://schemas.openxmlformats.org/drawingml/2006/main">
            <a:rect l="l" t="t" r="r" b="b"/>
            <a:pathLst>
              <a:path w="2008579" h="1004289">
                <a:moveTo>
                  <a:pt x="0" y="0"/>
                </a:moveTo>
                <a:lnTo>
                  <a:pt x="2008579" y="0"/>
                </a:lnTo>
                <a:lnTo>
                  <a:pt x="2008579" y="1004289"/>
                </a:lnTo>
                <a:lnTo>
                  <a:pt x="0" y="1004289"/>
                </a:lnTo>
                <a:lnTo>
                  <a:pt x="0" y="0"/>
                </a:lnTo>
                <a:close/>
              </a:path>
            </a:pathLst>
          </a:custGeom>
        </p:spPr>
        <p:style>
          <a:lnRef xmlns:a="http://schemas.openxmlformats.org/drawingml/2006/main" idx="0">
            <a:schemeClr val="lt2">
              <a:lumOff val="0"/>
            </a:schemeClr>
          </a:lnRef>
          <a:fillRef xmlns:a="http://schemas.openxmlformats.org/drawingml/2006/main" idx="3">
            <a:schemeClr val="dk2">
              <a:lumOff val="0"/>
            </a:schemeClr>
          </a:fillRef>
          <a:effectRef xmlns:a="http://schemas.openxmlformats.org/drawingml/2006/main" idx="3">
            <a:schemeClr val="dk2">
              <a:lumOff val="0"/>
            </a:schemeClr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spcFirstLastPara="0" vert="horz" wrap="square" lIns="10160" tIns="10160" rIns="10160" bIns="1016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/>
              <a:t>A course completion certificate</a:t>
            </a:r>
          </a:p>
        </p:txBody>
      </p:sp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630233B8-95BF-6BBE-5A15-524D51F4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8288"/>
            <a:ext cx="12207240" cy="768096"/>
          </a:xfrm>
          <a:custGeom xmlns:a="http://schemas.openxmlformats.org/drawingml/2006/main">
            <a:rect l="l" t="t" r="r" b="b"/>
            <a:pathLst>
              <a:path w="12207240" h="768096">
                <a:moveTo>
                  <a:pt x="0" y="27432"/>
                </a:moveTo>
                <a:cubicBezTo>
                  <a:pt x="42672" y="70104"/>
                  <a:pt x="91808" y="107170"/>
                  <a:pt x="128016" y="155448"/>
                </a:cubicBezTo>
                <a:cubicBezTo>
                  <a:pt x="166613" y="206910"/>
                  <a:pt x="188298" y="243008"/>
                  <a:pt x="237744" y="283464"/>
                </a:cubicBezTo>
                <a:cubicBezTo>
                  <a:pt x="266619" y="307089"/>
                  <a:pt x="315127" y="324466"/>
                  <a:pt x="347472" y="338328"/>
                </a:cubicBezTo>
                <a:cubicBezTo>
                  <a:pt x="393192" y="323088"/>
                  <a:pt x="442404" y="315833"/>
                  <a:pt x="484632" y="292608"/>
                </a:cubicBezTo>
                <a:cubicBezTo>
                  <a:pt x="505491" y="281136"/>
                  <a:pt x="514205" y="255236"/>
                  <a:pt x="530352" y="237744"/>
                </a:cubicBezTo>
                <a:cubicBezTo>
                  <a:pt x="550818" y="215572"/>
                  <a:pt x="573894" y="195908"/>
                  <a:pt x="594360" y="173736"/>
                </a:cubicBezTo>
                <a:cubicBezTo>
                  <a:pt x="661887" y="100582"/>
                  <a:pt x="613453" y="136623"/>
                  <a:pt x="667512" y="100584"/>
                </a:cubicBezTo>
                <a:cubicBezTo>
                  <a:pt x="697992" y="115824"/>
                  <a:pt x="733200" y="123985"/>
                  <a:pt x="758952" y="146304"/>
                </a:cubicBezTo>
                <a:cubicBezTo>
                  <a:pt x="780682" y="165136"/>
                  <a:pt x="786264" y="197366"/>
                  <a:pt x="804672" y="219456"/>
                </a:cubicBezTo>
                <a:cubicBezTo>
                  <a:pt x="817166" y="234449"/>
                  <a:pt x="835152" y="243840"/>
                  <a:pt x="850392" y="256032"/>
                </a:cubicBezTo>
                <a:cubicBezTo>
                  <a:pt x="868680" y="252984"/>
                  <a:pt x="890720" y="258396"/>
                  <a:pt x="905256" y="246888"/>
                </a:cubicBezTo>
                <a:cubicBezTo>
                  <a:pt x="966090" y="198728"/>
                  <a:pt x="1000450" y="116995"/>
                  <a:pt x="1069848" y="82296"/>
                </a:cubicBezTo>
                <a:cubicBezTo>
                  <a:pt x="1139393" y="47523"/>
                  <a:pt x="1105728" y="62458"/>
                  <a:pt x="1170432" y="36576"/>
                </a:cubicBezTo>
                <a:cubicBezTo>
                  <a:pt x="1225176" y="54824"/>
                  <a:pt x="1201188" y="39963"/>
                  <a:pt x="1243584" y="128016"/>
                </a:cubicBezTo>
                <a:cubicBezTo>
                  <a:pt x="1269630" y="182111"/>
                  <a:pt x="1295831" y="236326"/>
                  <a:pt x="1316736" y="292608"/>
                </a:cubicBezTo>
                <a:cubicBezTo>
                  <a:pt x="1388609" y="486113"/>
                  <a:pt x="1336488" y="430135"/>
                  <a:pt x="1426464" y="640080"/>
                </a:cubicBezTo>
                <a:cubicBezTo>
                  <a:pt x="1436793" y="664180"/>
                  <a:pt x="1456944" y="682752"/>
                  <a:pt x="1472184" y="704088"/>
                </a:cubicBezTo>
                <a:cubicBezTo>
                  <a:pt x="1642228" y="670079"/>
                  <a:pt x="1617123" y="691571"/>
                  <a:pt x="1792224" y="475488"/>
                </a:cubicBezTo>
                <a:cubicBezTo>
                  <a:pt x="1875650" y="372537"/>
                  <a:pt x="1946901" y="167596"/>
                  <a:pt x="2075688" y="73152"/>
                </a:cubicBezTo>
                <a:cubicBezTo>
                  <a:pt x="2091233" y="61752"/>
                  <a:pt x="2112264" y="60960"/>
                  <a:pt x="2130552" y="54864"/>
                </a:cubicBezTo>
                <a:cubicBezTo>
                  <a:pt x="2241683" y="77090"/>
                  <a:pt x="2107572" y="41476"/>
                  <a:pt x="2276856" y="164592"/>
                </a:cubicBezTo>
                <a:cubicBezTo>
                  <a:pt x="2306641" y="186254"/>
                  <a:pt x="2343912" y="195072"/>
                  <a:pt x="2377440" y="210312"/>
                </a:cubicBezTo>
                <a:cubicBezTo>
                  <a:pt x="2561429" y="67209"/>
                  <a:pt x="2473064" y="73675"/>
                  <a:pt x="2615184" y="91440"/>
                </a:cubicBezTo>
                <a:cubicBezTo>
                  <a:pt x="2642616" y="109728"/>
                  <a:pt x="2665495" y="138308"/>
                  <a:pt x="2697480" y="146304"/>
                </a:cubicBezTo>
                <a:cubicBezTo>
                  <a:pt x="2740805" y="157135"/>
                  <a:pt x="2812403" y="89830"/>
                  <a:pt x="2834640" y="73152"/>
                </a:cubicBezTo>
                <a:cubicBezTo>
                  <a:pt x="2877312" y="79248"/>
                  <a:pt x="2919600" y="89390"/>
                  <a:pt x="2962656" y="91440"/>
                </a:cubicBezTo>
                <a:cubicBezTo>
                  <a:pt x="2984184" y="92465"/>
                  <a:pt x="3005111" y="82296"/>
                  <a:pt x="3026664" y="82296"/>
                </a:cubicBezTo>
                <a:cubicBezTo>
                  <a:pt x="3063367" y="82296"/>
                  <a:pt x="3099816" y="88392"/>
                  <a:pt x="3136392" y="91440"/>
                </a:cubicBezTo>
                <a:cubicBezTo>
                  <a:pt x="3182112" y="88392"/>
                  <a:pt x="3229214" y="70730"/>
                  <a:pt x="3273552" y="82296"/>
                </a:cubicBezTo>
                <a:cubicBezTo>
                  <a:pt x="3300574" y="89345"/>
                  <a:pt x="3408722" y="213987"/>
                  <a:pt x="3419856" y="228600"/>
                </a:cubicBezTo>
                <a:cubicBezTo>
                  <a:pt x="3446497" y="263566"/>
                  <a:pt x="3470858" y="300357"/>
                  <a:pt x="3493008" y="338328"/>
                </a:cubicBezTo>
                <a:cubicBezTo>
                  <a:pt x="3513613" y="373651"/>
                  <a:pt x="3527267" y="412733"/>
                  <a:pt x="3547872" y="448056"/>
                </a:cubicBezTo>
                <a:cubicBezTo>
                  <a:pt x="3590953" y="521910"/>
                  <a:pt x="3632625" y="591017"/>
                  <a:pt x="3712464" y="630936"/>
                </a:cubicBezTo>
                <a:cubicBezTo>
                  <a:pt x="3734443" y="641926"/>
                  <a:pt x="3761232" y="637032"/>
                  <a:pt x="3785616" y="640080"/>
                </a:cubicBezTo>
                <a:cubicBezTo>
                  <a:pt x="3822192" y="624840"/>
                  <a:pt x="3867985" y="623022"/>
                  <a:pt x="3895344" y="594360"/>
                </a:cubicBezTo>
                <a:cubicBezTo>
                  <a:pt x="3935826" y="551950"/>
                  <a:pt x="3948735" y="489921"/>
                  <a:pt x="3977640" y="438912"/>
                </a:cubicBezTo>
                <a:cubicBezTo>
                  <a:pt x="4000578" y="398434"/>
                  <a:pt x="4024223" y="358233"/>
                  <a:pt x="4050792" y="320040"/>
                </a:cubicBezTo>
                <a:cubicBezTo>
                  <a:pt x="4083617" y="272855"/>
                  <a:pt x="4119724" y="223237"/>
                  <a:pt x="4169664" y="192024"/>
                </a:cubicBezTo>
                <a:cubicBezTo>
                  <a:pt x="4177838" y="186916"/>
                  <a:pt x="4187952" y="185928"/>
                  <a:pt x="4197096" y="182880"/>
                </a:cubicBezTo>
                <a:cubicBezTo>
                  <a:pt x="4307784" y="227155"/>
                  <a:pt x="4167112" y="162340"/>
                  <a:pt x="4325112" y="301752"/>
                </a:cubicBezTo>
                <a:cubicBezTo>
                  <a:pt x="4345554" y="319789"/>
                  <a:pt x="4373880" y="326136"/>
                  <a:pt x="4398264" y="338328"/>
                </a:cubicBezTo>
                <a:cubicBezTo>
                  <a:pt x="4422648" y="313944"/>
                  <a:pt x="4449874" y="292104"/>
                  <a:pt x="4471416" y="265176"/>
                </a:cubicBezTo>
                <a:cubicBezTo>
                  <a:pt x="4498877" y="230850"/>
                  <a:pt x="4512736" y="185764"/>
                  <a:pt x="4544568" y="155448"/>
                </a:cubicBezTo>
                <a:cubicBezTo>
                  <a:pt x="4609949" y="93180"/>
                  <a:pt x="4667852" y="80825"/>
                  <a:pt x="4745736" y="54864"/>
                </a:cubicBezTo>
                <a:cubicBezTo>
                  <a:pt x="4785360" y="70104"/>
                  <a:pt x="4835605" y="69581"/>
                  <a:pt x="4864608" y="100584"/>
                </a:cubicBezTo>
                <a:cubicBezTo>
                  <a:pt x="4928177" y="168537"/>
                  <a:pt x="4949637" y="268300"/>
                  <a:pt x="5010912" y="338328"/>
                </a:cubicBezTo>
                <a:cubicBezTo>
                  <a:pt x="5032248" y="362712"/>
                  <a:pt x="5046680" y="395595"/>
                  <a:pt x="5074920" y="411480"/>
                </a:cubicBezTo>
                <a:cubicBezTo>
                  <a:pt x="5098976" y="425012"/>
                  <a:pt x="5129784" y="417576"/>
                  <a:pt x="5157216" y="420624"/>
                </a:cubicBezTo>
                <a:cubicBezTo>
                  <a:pt x="5214007" y="335437"/>
                  <a:pt x="5321221" y="135761"/>
                  <a:pt x="5431536" y="54864"/>
                </a:cubicBezTo>
                <a:cubicBezTo>
                  <a:pt x="5444069" y="45673"/>
                  <a:pt x="5462016" y="48768"/>
                  <a:pt x="5477256" y="45720"/>
                </a:cubicBezTo>
                <a:cubicBezTo>
                  <a:pt x="5486400" y="51816"/>
                  <a:pt x="5497987" y="55297"/>
                  <a:pt x="5504688" y="64008"/>
                </a:cubicBezTo>
                <a:cubicBezTo>
                  <a:pt x="5589305" y="174009"/>
                  <a:pt x="5574108" y="204836"/>
                  <a:pt x="5660136" y="338328"/>
                </a:cubicBezTo>
                <a:cubicBezTo>
                  <a:pt x="5713306" y="420833"/>
                  <a:pt x="5737302" y="558514"/>
                  <a:pt x="5833872" y="576072"/>
                </a:cubicBezTo>
                <a:lnTo>
                  <a:pt x="5934456" y="594360"/>
                </a:lnTo>
                <a:cubicBezTo>
                  <a:pt x="5971032" y="566928"/>
                  <a:pt x="6015232" y="547449"/>
                  <a:pt x="6044184" y="512064"/>
                </a:cubicBezTo>
                <a:cubicBezTo>
                  <a:pt x="6098810" y="445299"/>
                  <a:pt x="6137221" y="366734"/>
                  <a:pt x="6181344" y="292608"/>
                </a:cubicBezTo>
                <a:cubicBezTo>
                  <a:pt x="6259955" y="160541"/>
                  <a:pt x="6255714" y="122378"/>
                  <a:pt x="6364224" y="27432"/>
                </a:cubicBezTo>
                <a:cubicBezTo>
                  <a:pt x="6379612" y="13968"/>
                  <a:pt x="6400800" y="9144"/>
                  <a:pt x="6419088" y="0"/>
                </a:cubicBezTo>
                <a:cubicBezTo>
                  <a:pt x="6440424" y="6096"/>
                  <a:pt x="6466457" y="3607"/>
                  <a:pt x="6483096" y="18288"/>
                </a:cubicBezTo>
                <a:cubicBezTo>
                  <a:pt x="6520581" y="51363"/>
                  <a:pt x="6547292" y="95245"/>
                  <a:pt x="6574536" y="137160"/>
                </a:cubicBezTo>
                <a:cubicBezTo>
                  <a:pt x="6626670" y="217366"/>
                  <a:pt x="6649342" y="320495"/>
                  <a:pt x="6720840" y="384048"/>
                </a:cubicBezTo>
                <a:cubicBezTo>
                  <a:pt x="6748272" y="408432"/>
                  <a:pt x="6770308" y="440786"/>
                  <a:pt x="6803136" y="457200"/>
                </a:cubicBezTo>
                <a:cubicBezTo>
                  <a:pt x="6833616" y="472440"/>
                  <a:pt x="6870192" y="469392"/>
                  <a:pt x="6903720" y="475488"/>
                </a:cubicBezTo>
                <a:cubicBezTo>
                  <a:pt x="6946392" y="457200"/>
                  <a:pt x="6997451" y="451927"/>
                  <a:pt x="7031736" y="420624"/>
                </a:cubicBezTo>
                <a:cubicBezTo>
                  <a:pt x="7071111" y="384673"/>
                  <a:pt x="7084456" y="327827"/>
                  <a:pt x="7114032" y="283464"/>
                </a:cubicBezTo>
                <a:cubicBezTo>
                  <a:pt x="7133309" y="254548"/>
                  <a:pt x="7156704" y="228600"/>
                  <a:pt x="7178040" y="201168"/>
                </a:cubicBezTo>
                <a:cubicBezTo>
                  <a:pt x="7208520" y="216408"/>
                  <a:pt x="7245383" y="222791"/>
                  <a:pt x="7269480" y="246888"/>
                </a:cubicBezTo>
                <a:cubicBezTo>
                  <a:pt x="7402808" y="380216"/>
                  <a:pt x="7305792" y="375611"/>
                  <a:pt x="7452360" y="466344"/>
                </a:cubicBezTo>
                <a:cubicBezTo>
                  <a:pt x="7482694" y="485122"/>
                  <a:pt x="7519416" y="490728"/>
                  <a:pt x="7552944" y="502920"/>
                </a:cubicBezTo>
                <a:cubicBezTo>
                  <a:pt x="7583424" y="499872"/>
                  <a:pt x="7616986" y="507475"/>
                  <a:pt x="7644384" y="493776"/>
                </a:cubicBezTo>
                <a:cubicBezTo>
                  <a:pt x="7856525" y="387706"/>
                  <a:pt x="7606055" y="436550"/>
                  <a:pt x="7781544" y="411480"/>
                </a:cubicBezTo>
                <a:cubicBezTo>
                  <a:pt x="7830859" y="456686"/>
                  <a:pt x="8045983" y="659990"/>
                  <a:pt x="8083296" y="658368"/>
                </a:cubicBezTo>
                <a:cubicBezTo>
                  <a:pt x="8177104" y="654289"/>
                  <a:pt x="8235696" y="548640"/>
                  <a:pt x="8311896" y="493776"/>
                </a:cubicBezTo>
                <a:cubicBezTo>
                  <a:pt x="8357088" y="318656"/>
                  <a:pt x="8343292" y="235212"/>
                  <a:pt x="8449056" y="118872"/>
                </a:cubicBezTo>
                <a:cubicBezTo>
                  <a:pt x="8455540" y="111740"/>
                  <a:pt x="8467867" y="114039"/>
                  <a:pt x="8476488" y="109728"/>
                </a:cubicBezTo>
                <a:cubicBezTo>
                  <a:pt x="8486318" y="104813"/>
                  <a:pt x="8495477" y="98475"/>
                  <a:pt x="8503920" y="91440"/>
                </a:cubicBezTo>
                <a:cubicBezTo>
                  <a:pt x="8550615" y="52527"/>
                  <a:pt x="8508722" y="69665"/>
                  <a:pt x="8567928" y="54864"/>
                </a:cubicBezTo>
                <a:cubicBezTo>
                  <a:pt x="8580120" y="57912"/>
                  <a:pt x="8592063" y="62231"/>
                  <a:pt x="8604504" y="64008"/>
                </a:cubicBezTo>
                <a:cubicBezTo>
                  <a:pt x="8656153" y="71386"/>
                  <a:pt x="8709076" y="70733"/>
                  <a:pt x="8759952" y="82296"/>
                </a:cubicBezTo>
                <a:cubicBezTo>
                  <a:pt x="8777283" y="86235"/>
                  <a:pt x="8790432" y="100584"/>
                  <a:pt x="8805672" y="109728"/>
                </a:cubicBezTo>
                <a:cubicBezTo>
                  <a:pt x="8830056" y="106680"/>
                  <a:pt x="8856237" y="90904"/>
                  <a:pt x="8878824" y="100584"/>
                </a:cubicBezTo>
                <a:cubicBezTo>
                  <a:pt x="8904653" y="111654"/>
                  <a:pt x="8914567" y="144000"/>
                  <a:pt x="8933688" y="164592"/>
                </a:cubicBezTo>
                <a:cubicBezTo>
                  <a:pt x="8954220" y="186703"/>
                  <a:pt x="8976360" y="207264"/>
                  <a:pt x="8997696" y="228600"/>
                </a:cubicBezTo>
                <a:cubicBezTo>
                  <a:pt x="9031224" y="222504"/>
                  <a:pt x="9067139" y="224152"/>
                  <a:pt x="9098280" y="210312"/>
                </a:cubicBezTo>
                <a:cubicBezTo>
                  <a:pt x="9154871" y="185160"/>
                  <a:pt x="9155001" y="150203"/>
                  <a:pt x="9198864" y="118872"/>
                </a:cubicBezTo>
                <a:cubicBezTo>
                  <a:pt x="9206707" y="113270"/>
                  <a:pt x="9217152" y="112776"/>
                  <a:pt x="9226296" y="109728"/>
                </a:cubicBezTo>
                <a:cubicBezTo>
                  <a:pt x="9316685" y="182039"/>
                  <a:pt x="9231438" y="102348"/>
                  <a:pt x="9308592" y="228600"/>
                </a:cubicBezTo>
                <a:cubicBezTo>
                  <a:pt x="9326714" y="258254"/>
                  <a:pt x="9351264" y="283464"/>
                  <a:pt x="9372600" y="310896"/>
                </a:cubicBezTo>
                <a:cubicBezTo>
                  <a:pt x="9444164" y="287041"/>
                  <a:pt x="9391404" y="312624"/>
                  <a:pt x="9445752" y="173736"/>
                </a:cubicBezTo>
                <a:cubicBezTo>
                  <a:pt x="9481604" y="82114"/>
                  <a:pt x="9458320" y="103444"/>
                  <a:pt x="9518904" y="73152"/>
                </a:cubicBezTo>
                <a:cubicBezTo>
                  <a:pt x="9531096" y="85344"/>
                  <a:pt x="9546489" y="95016"/>
                  <a:pt x="9555480" y="109728"/>
                </a:cubicBezTo>
                <a:cubicBezTo>
                  <a:pt x="9648017" y="261153"/>
                  <a:pt x="9570406" y="213203"/>
                  <a:pt x="9656064" y="256032"/>
                </a:cubicBezTo>
                <a:cubicBezTo>
                  <a:pt x="9665208" y="246888"/>
                  <a:pt x="9675507" y="238768"/>
                  <a:pt x="9683496" y="228600"/>
                </a:cubicBezTo>
                <a:cubicBezTo>
                  <a:pt x="9709109" y="196001"/>
                  <a:pt x="9728634" y="158576"/>
                  <a:pt x="9756648" y="128016"/>
                </a:cubicBezTo>
                <a:cubicBezTo>
                  <a:pt x="9763161" y="120911"/>
                  <a:pt x="9774936" y="121920"/>
                  <a:pt x="9784080" y="118872"/>
                </a:cubicBezTo>
                <a:cubicBezTo>
                  <a:pt x="9867706" y="160685"/>
                  <a:pt x="9841151" y="135646"/>
                  <a:pt x="9902952" y="246888"/>
                </a:cubicBezTo>
                <a:cubicBezTo>
                  <a:pt x="9923626" y="284102"/>
                  <a:pt x="10060509" y="557659"/>
                  <a:pt x="10104120" y="621792"/>
                </a:cubicBezTo>
                <a:cubicBezTo>
                  <a:pt x="10120873" y="646429"/>
                  <a:pt x="10206881" y="740429"/>
                  <a:pt x="10241280" y="758952"/>
                </a:cubicBezTo>
                <a:cubicBezTo>
                  <a:pt x="10257604" y="767742"/>
                  <a:pt x="10277856" y="765048"/>
                  <a:pt x="10296144" y="768096"/>
                </a:cubicBezTo>
                <a:cubicBezTo>
                  <a:pt x="10320528" y="740664"/>
                  <a:pt x="10349398" y="716641"/>
                  <a:pt x="10369296" y="685800"/>
                </a:cubicBezTo>
                <a:cubicBezTo>
                  <a:pt x="10544307" y="414533"/>
                  <a:pt x="10419286" y="568101"/>
                  <a:pt x="10552176" y="320040"/>
                </a:cubicBezTo>
                <a:cubicBezTo>
                  <a:pt x="10594830" y="240420"/>
                  <a:pt x="10635340" y="209444"/>
                  <a:pt x="10698480" y="146304"/>
                </a:cubicBezTo>
                <a:lnTo>
                  <a:pt x="10725912" y="118872"/>
                </a:lnTo>
                <a:cubicBezTo>
                  <a:pt x="10765536" y="137160"/>
                  <a:pt x="10809871" y="147552"/>
                  <a:pt x="10844784" y="173736"/>
                </a:cubicBezTo>
                <a:cubicBezTo>
                  <a:pt x="11072254" y="344338"/>
                  <a:pt x="10816876" y="210074"/>
                  <a:pt x="10945368" y="274320"/>
                </a:cubicBezTo>
                <a:cubicBezTo>
                  <a:pt x="11043549" y="200684"/>
                  <a:pt x="10901034" y="314436"/>
                  <a:pt x="11027664" y="173736"/>
                </a:cubicBezTo>
                <a:cubicBezTo>
                  <a:pt x="11036783" y="163604"/>
                  <a:pt x="11052048" y="161544"/>
                  <a:pt x="11064240" y="155448"/>
                </a:cubicBezTo>
                <a:cubicBezTo>
                  <a:pt x="11082528" y="161544"/>
                  <a:pt x="11105145" y="160441"/>
                  <a:pt x="11119104" y="173736"/>
                </a:cubicBezTo>
                <a:cubicBezTo>
                  <a:pt x="11170820" y="222989"/>
                  <a:pt x="11205765" y="287829"/>
                  <a:pt x="11256264" y="338328"/>
                </a:cubicBezTo>
                <a:lnTo>
                  <a:pt x="11301984" y="384048"/>
                </a:lnTo>
                <a:cubicBezTo>
                  <a:pt x="11350752" y="368808"/>
                  <a:pt x="11404475" y="364616"/>
                  <a:pt x="11448288" y="338328"/>
                </a:cubicBezTo>
                <a:cubicBezTo>
                  <a:pt x="11483451" y="317230"/>
                  <a:pt x="11499449" y="273575"/>
                  <a:pt x="11530584" y="246888"/>
                </a:cubicBezTo>
                <a:cubicBezTo>
                  <a:pt x="11543046" y="236206"/>
                  <a:pt x="11561064" y="234696"/>
                  <a:pt x="11576304" y="228600"/>
                </a:cubicBezTo>
                <a:cubicBezTo>
                  <a:pt x="11597640" y="252984"/>
                  <a:pt x="11623331" y="274158"/>
                  <a:pt x="11640312" y="301752"/>
                </a:cubicBezTo>
                <a:cubicBezTo>
                  <a:pt x="11742614" y="467993"/>
                  <a:pt x="11692675" y="457856"/>
                  <a:pt x="11814048" y="603504"/>
                </a:cubicBezTo>
                <a:cubicBezTo>
                  <a:pt x="11840300" y="635006"/>
                  <a:pt x="11875008" y="658368"/>
                  <a:pt x="11905488" y="685800"/>
                </a:cubicBezTo>
                <a:cubicBezTo>
                  <a:pt x="11939016" y="667512"/>
                  <a:pt x="11980699" y="659481"/>
                  <a:pt x="12006072" y="630936"/>
                </a:cubicBezTo>
                <a:cubicBezTo>
                  <a:pt x="12032397" y="601321"/>
                  <a:pt x="12039262" y="558799"/>
                  <a:pt x="12051792" y="521208"/>
                </a:cubicBezTo>
                <a:cubicBezTo>
                  <a:pt x="12069798" y="467189"/>
                  <a:pt x="12079506" y="410635"/>
                  <a:pt x="12097512" y="356616"/>
                </a:cubicBezTo>
                <a:cubicBezTo>
                  <a:pt x="12100560" y="347472"/>
                  <a:pt x="12104565" y="338593"/>
                  <a:pt x="12106656" y="329184"/>
                </a:cubicBezTo>
                <a:cubicBezTo>
                  <a:pt x="12130773" y="220659"/>
                  <a:pt x="12098048" y="324707"/>
                  <a:pt x="12134088" y="228600"/>
                </a:cubicBezTo>
                <a:cubicBezTo>
                  <a:pt x="12137472" y="219575"/>
                  <a:pt x="12140894" y="210519"/>
                  <a:pt x="12143232" y="201168"/>
                </a:cubicBezTo>
                <a:cubicBezTo>
                  <a:pt x="12147001" y="186090"/>
                  <a:pt x="12146919" y="170000"/>
                  <a:pt x="12152376" y="155448"/>
                </a:cubicBezTo>
                <a:cubicBezTo>
                  <a:pt x="12156235" y="145158"/>
                  <a:pt x="12164568" y="137160"/>
                  <a:pt x="12170664" y="128016"/>
                </a:cubicBezTo>
                <a:lnTo>
                  <a:pt x="12188952" y="54864"/>
                </a:lnTo>
                <a:cubicBezTo>
                  <a:pt x="12199749" y="11676"/>
                  <a:pt x="12192476" y="7048"/>
                  <a:pt x="12207240" y="36576"/>
                </a:cubicBezTo>
              </a:path>
            </a:pathLst>
          </a:custGeom>
          <a:solidFill xmlns:a="http://schemas.openxmlformats.org/drawingml/2006/main">
            <a:schemeClr val="accent2">
              <a:lumMod val="40000"/>
              <a:lumOff val="6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da97658b148db"/>
          <a:srcRect xmlns:a="http://schemas.openxmlformats.org/drawingml/2006/main" l="15500" t="10137" r="6801" b="25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8768" y="1843244"/>
            <a:ext cx="3621024" cy="3017520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9CC5179-9922-42BD-7B3E-26D9A25A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859" y="5018601"/>
            <a:ext cx="146662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/>
              <a:t>Many more ...</a:t>
            </a:r>
          </a:p>
        </p:txBody>
      </p:sp>
    </p:spTree>
    <p:extLst>
      <p:ext uri="{BB962C8B-B14F-4D97-AF65-F5344CB8AC3E}">
        <p14:creationId xmlns:p14="http://schemas.microsoft.com/office/powerpoint/2010/main" val="1868249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c25c4785b483f"/>
          <a:srcRect xmlns:a="http://schemas.openxmlformats.org/drawingml/2006/main" l="2790" t="4694" r="2209" b="47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1236" y="2298942"/>
            <a:ext cx="3858769" cy="120700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7ABFBE4-7322-59FB-277C-573BB3A4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633" y="1138434"/>
            <a:ext cx="283997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 i="0">
                <a:latin typeface="Bahnschrift SemiBold"/>
                <a:ea typeface="Bahnschrift SemiBold"/>
                <a:cs typeface="Bahnschrift SemiBold"/>
              </a:rPr>
              <a:t>then why wait ?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878CDDC-150C-A4F7-43FF-056D5FB9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479" y="4257306"/>
            <a:ext cx="5289042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0" i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/>
                <a:ea typeface="Bahnschrift"/>
                <a:cs typeface="Bahnschrift"/>
              </a:rPr>
              <a:t>Will meet you in the GCP banking course.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a579da9974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887" y="1772388"/>
            <a:ext cx="2831592" cy="2831592"/>
          </a:xfrm>
          <a:prstGeom xmlns:a="http://schemas.openxmlformats.org/drawingml/2006/main" prst="rect">
            <a:avLst/>
          </a:prstGeom>
        </p:spPr>
      </p:pic>
      <p:pic>
        <p:nvPicPr>
          <p:cNvPr id="20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a0503f2c6646e0"/>
          <a:srcRect xmlns:a="http://schemas.openxmlformats.org/drawingml/2006/main" l="17736" t="14934" r="16815" b="20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9136" y="2279829"/>
            <a:ext cx="1088136" cy="1149171"/>
          </a:xfrm>
          <a:prstGeom xmlns:a="http://schemas.openxmlformats.org/drawingml/2006/main" prst="rect">
            <a:avLst/>
          </a:prstGeom>
        </p:spPr>
      </p:pic>
      <p:sp>
        <p:nvSpPr>
          <p:cNvPr id="12" name="Freeform: Shape 11">
            <a:extLst xmlns:a="http://schemas.openxmlformats.org/drawingml/2006/main">
              <a:ext uri="{FF2B5EF4-FFF2-40B4-BE49-F238E27FC236}">
                <a16:creationId xmlns:a16="http://schemas.microsoft.com/office/drawing/2014/main" id="{DCAFDC2D-58CE-AACA-E434-FEFAE88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6095036"/>
            <a:ext cx="12207240" cy="768096"/>
          </a:xfrm>
          <a:custGeom xmlns:a="http://schemas.openxmlformats.org/drawingml/2006/main">
            <a:rect l="l" t="t" r="r" b="b"/>
            <a:pathLst>
              <a:path w="12207240" h="768096">
                <a:moveTo>
                  <a:pt x="0" y="27432"/>
                </a:moveTo>
                <a:cubicBezTo>
                  <a:pt x="42672" y="70104"/>
                  <a:pt x="91808" y="107170"/>
                  <a:pt x="128016" y="155448"/>
                </a:cubicBezTo>
                <a:cubicBezTo>
                  <a:pt x="166613" y="206910"/>
                  <a:pt x="188298" y="243008"/>
                  <a:pt x="237744" y="283464"/>
                </a:cubicBezTo>
                <a:cubicBezTo>
                  <a:pt x="266619" y="307089"/>
                  <a:pt x="315127" y="324466"/>
                  <a:pt x="347472" y="338328"/>
                </a:cubicBezTo>
                <a:cubicBezTo>
                  <a:pt x="393192" y="323088"/>
                  <a:pt x="442404" y="315833"/>
                  <a:pt x="484632" y="292608"/>
                </a:cubicBezTo>
                <a:cubicBezTo>
                  <a:pt x="505491" y="281136"/>
                  <a:pt x="514205" y="255236"/>
                  <a:pt x="530352" y="237744"/>
                </a:cubicBezTo>
                <a:cubicBezTo>
                  <a:pt x="550818" y="215572"/>
                  <a:pt x="573894" y="195908"/>
                  <a:pt x="594360" y="173736"/>
                </a:cubicBezTo>
                <a:cubicBezTo>
                  <a:pt x="661887" y="100582"/>
                  <a:pt x="613453" y="136623"/>
                  <a:pt x="667512" y="100584"/>
                </a:cubicBezTo>
                <a:cubicBezTo>
                  <a:pt x="697992" y="115824"/>
                  <a:pt x="733200" y="123985"/>
                  <a:pt x="758952" y="146304"/>
                </a:cubicBezTo>
                <a:cubicBezTo>
                  <a:pt x="780682" y="165136"/>
                  <a:pt x="786264" y="197366"/>
                  <a:pt x="804672" y="219456"/>
                </a:cubicBezTo>
                <a:cubicBezTo>
                  <a:pt x="817166" y="234449"/>
                  <a:pt x="835152" y="243840"/>
                  <a:pt x="850392" y="256032"/>
                </a:cubicBezTo>
                <a:cubicBezTo>
                  <a:pt x="868680" y="252984"/>
                  <a:pt x="890720" y="258396"/>
                  <a:pt x="905256" y="246888"/>
                </a:cubicBezTo>
                <a:cubicBezTo>
                  <a:pt x="966090" y="198728"/>
                  <a:pt x="1000450" y="116995"/>
                  <a:pt x="1069848" y="82296"/>
                </a:cubicBezTo>
                <a:cubicBezTo>
                  <a:pt x="1139393" y="47523"/>
                  <a:pt x="1105728" y="62458"/>
                  <a:pt x="1170432" y="36576"/>
                </a:cubicBezTo>
                <a:cubicBezTo>
                  <a:pt x="1225176" y="54824"/>
                  <a:pt x="1201188" y="39963"/>
                  <a:pt x="1243584" y="128016"/>
                </a:cubicBezTo>
                <a:cubicBezTo>
                  <a:pt x="1269630" y="182111"/>
                  <a:pt x="1295831" y="236326"/>
                  <a:pt x="1316736" y="292608"/>
                </a:cubicBezTo>
                <a:cubicBezTo>
                  <a:pt x="1388609" y="486113"/>
                  <a:pt x="1336488" y="430135"/>
                  <a:pt x="1426464" y="640080"/>
                </a:cubicBezTo>
                <a:cubicBezTo>
                  <a:pt x="1436793" y="664180"/>
                  <a:pt x="1456944" y="682752"/>
                  <a:pt x="1472184" y="704088"/>
                </a:cubicBezTo>
                <a:cubicBezTo>
                  <a:pt x="1642228" y="670079"/>
                  <a:pt x="1617123" y="691571"/>
                  <a:pt x="1792224" y="475488"/>
                </a:cubicBezTo>
                <a:cubicBezTo>
                  <a:pt x="1875650" y="372537"/>
                  <a:pt x="1946901" y="167596"/>
                  <a:pt x="2075688" y="73152"/>
                </a:cubicBezTo>
                <a:cubicBezTo>
                  <a:pt x="2091233" y="61752"/>
                  <a:pt x="2112264" y="60960"/>
                  <a:pt x="2130552" y="54864"/>
                </a:cubicBezTo>
                <a:cubicBezTo>
                  <a:pt x="2241683" y="77090"/>
                  <a:pt x="2107572" y="41476"/>
                  <a:pt x="2276856" y="164592"/>
                </a:cubicBezTo>
                <a:cubicBezTo>
                  <a:pt x="2306641" y="186254"/>
                  <a:pt x="2343912" y="195072"/>
                  <a:pt x="2377440" y="210312"/>
                </a:cubicBezTo>
                <a:cubicBezTo>
                  <a:pt x="2561429" y="67209"/>
                  <a:pt x="2473064" y="73675"/>
                  <a:pt x="2615184" y="91440"/>
                </a:cubicBezTo>
                <a:cubicBezTo>
                  <a:pt x="2642616" y="109728"/>
                  <a:pt x="2665495" y="138308"/>
                  <a:pt x="2697480" y="146304"/>
                </a:cubicBezTo>
                <a:cubicBezTo>
                  <a:pt x="2740805" y="157135"/>
                  <a:pt x="2812403" y="89830"/>
                  <a:pt x="2834640" y="73152"/>
                </a:cubicBezTo>
                <a:cubicBezTo>
                  <a:pt x="2877312" y="79248"/>
                  <a:pt x="2919600" y="89390"/>
                  <a:pt x="2962656" y="91440"/>
                </a:cubicBezTo>
                <a:cubicBezTo>
                  <a:pt x="2984184" y="92465"/>
                  <a:pt x="3005111" y="82296"/>
                  <a:pt x="3026664" y="82296"/>
                </a:cubicBezTo>
                <a:cubicBezTo>
                  <a:pt x="3063367" y="82296"/>
                  <a:pt x="3099816" y="88392"/>
                  <a:pt x="3136392" y="91440"/>
                </a:cubicBezTo>
                <a:cubicBezTo>
                  <a:pt x="3182112" y="88392"/>
                  <a:pt x="3229214" y="70730"/>
                  <a:pt x="3273552" y="82296"/>
                </a:cubicBezTo>
                <a:cubicBezTo>
                  <a:pt x="3300574" y="89345"/>
                  <a:pt x="3408722" y="213987"/>
                  <a:pt x="3419856" y="228600"/>
                </a:cubicBezTo>
                <a:cubicBezTo>
                  <a:pt x="3446497" y="263566"/>
                  <a:pt x="3470858" y="300357"/>
                  <a:pt x="3493008" y="338328"/>
                </a:cubicBezTo>
                <a:cubicBezTo>
                  <a:pt x="3513613" y="373651"/>
                  <a:pt x="3527267" y="412733"/>
                  <a:pt x="3547872" y="448056"/>
                </a:cubicBezTo>
                <a:cubicBezTo>
                  <a:pt x="3590953" y="521910"/>
                  <a:pt x="3632625" y="591017"/>
                  <a:pt x="3712464" y="630936"/>
                </a:cubicBezTo>
                <a:cubicBezTo>
                  <a:pt x="3734443" y="641926"/>
                  <a:pt x="3761232" y="637032"/>
                  <a:pt x="3785616" y="640080"/>
                </a:cubicBezTo>
                <a:cubicBezTo>
                  <a:pt x="3822192" y="624840"/>
                  <a:pt x="3867985" y="623022"/>
                  <a:pt x="3895344" y="594360"/>
                </a:cubicBezTo>
                <a:cubicBezTo>
                  <a:pt x="3935826" y="551950"/>
                  <a:pt x="3948735" y="489921"/>
                  <a:pt x="3977640" y="438912"/>
                </a:cubicBezTo>
                <a:cubicBezTo>
                  <a:pt x="4000578" y="398434"/>
                  <a:pt x="4024223" y="358233"/>
                  <a:pt x="4050792" y="320040"/>
                </a:cubicBezTo>
                <a:cubicBezTo>
                  <a:pt x="4083617" y="272855"/>
                  <a:pt x="4119724" y="223237"/>
                  <a:pt x="4169664" y="192024"/>
                </a:cubicBezTo>
                <a:cubicBezTo>
                  <a:pt x="4177838" y="186916"/>
                  <a:pt x="4187952" y="185928"/>
                  <a:pt x="4197096" y="182880"/>
                </a:cubicBezTo>
                <a:cubicBezTo>
                  <a:pt x="4307784" y="227155"/>
                  <a:pt x="4167112" y="162340"/>
                  <a:pt x="4325112" y="301752"/>
                </a:cubicBezTo>
                <a:cubicBezTo>
                  <a:pt x="4345554" y="319789"/>
                  <a:pt x="4373880" y="326136"/>
                  <a:pt x="4398264" y="338328"/>
                </a:cubicBezTo>
                <a:cubicBezTo>
                  <a:pt x="4422648" y="313944"/>
                  <a:pt x="4449874" y="292104"/>
                  <a:pt x="4471416" y="265176"/>
                </a:cubicBezTo>
                <a:cubicBezTo>
                  <a:pt x="4498877" y="230850"/>
                  <a:pt x="4512736" y="185764"/>
                  <a:pt x="4544568" y="155448"/>
                </a:cubicBezTo>
                <a:cubicBezTo>
                  <a:pt x="4609949" y="93180"/>
                  <a:pt x="4667852" y="80825"/>
                  <a:pt x="4745736" y="54864"/>
                </a:cubicBezTo>
                <a:cubicBezTo>
                  <a:pt x="4785360" y="70104"/>
                  <a:pt x="4835605" y="69581"/>
                  <a:pt x="4864608" y="100584"/>
                </a:cubicBezTo>
                <a:cubicBezTo>
                  <a:pt x="4928177" y="168537"/>
                  <a:pt x="4949637" y="268300"/>
                  <a:pt x="5010912" y="338328"/>
                </a:cubicBezTo>
                <a:cubicBezTo>
                  <a:pt x="5032248" y="362712"/>
                  <a:pt x="5046680" y="395595"/>
                  <a:pt x="5074920" y="411480"/>
                </a:cubicBezTo>
                <a:cubicBezTo>
                  <a:pt x="5098976" y="425012"/>
                  <a:pt x="5129784" y="417576"/>
                  <a:pt x="5157216" y="420624"/>
                </a:cubicBezTo>
                <a:cubicBezTo>
                  <a:pt x="5214007" y="335437"/>
                  <a:pt x="5321221" y="135761"/>
                  <a:pt x="5431536" y="54864"/>
                </a:cubicBezTo>
                <a:cubicBezTo>
                  <a:pt x="5444069" y="45673"/>
                  <a:pt x="5462016" y="48768"/>
                  <a:pt x="5477256" y="45720"/>
                </a:cubicBezTo>
                <a:cubicBezTo>
                  <a:pt x="5486400" y="51816"/>
                  <a:pt x="5497987" y="55297"/>
                  <a:pt x="5504688" y="64008"/>
                </a:cubicBezTo>
                <a:cubicBezTo>
                  <a:pt x="5589305" y="174009"/>
                  <a:pt x="5574108" y="204836"/>
                  <a:pt x="5660136" y="338328"/>
                </a:cubicBezTo>
                <a:cubicBezTo>
                  <a:pt x="5713306" y="420833"/>
                  <a:pt x="5737302" y="558514"/>
                  <a:pt x="5833872" y="576072"/>
                </a:cubicBezTo>
                <a:lnTo>
                  <a:pt x="5934456" y="594360"/>
                </a:lnTo>
                <a:cubicBezTo>
                  <a:pt x="5971032" y="566928"/>
                  <a:pt x="6015232" y="547449"/>
                  <a:pt x="6044184" y="512064"/>
                </a:cubicBezTo>
                <a:cubicBezTo>
                  <a:pt x="6098810" y="445299"/>
                  <a:pt x="6137221" y="366734"/>
                  <a:pt x="6181344" y="292608"/>
                </a:cubicBezTo>
                <a:cubicBezTo>
                  <a:pt x="6259955" y="160541"/>
                  <a:pt x="6255714" y="122378"/>
                  <a:pt x="6364224" y="27432"/>
                </a:cubicBezTo>
                <a:cubicBezTo>
                  <a:pt x="6379612" y="13968"/>
                  <a:pt x="6400800" y="9144"/>
                  <a:pt x="6419088" y="0"/>
                </a:cubicBezTo>
                <a:cubicBezTo>
                  <a:pt x="6440424" y="6096"/>
                  <a:pt x="6466457" y="3607"/>
                  <a:pt x="6483096" y="18288"/>
                </a:cubicBezTo>
                <a:cubicBezTo>
                  <a:pt x="6520581" y="51363"/>
                  <a:pt x="6547292" y="95245"/>
                  <a:pt x="6574536" y="137160"/>
                </a:cubicBezTo>
                <a:cubicBezTo>
                  <a:pt x="6626670" y="217366"/>
                  <a:pt x="6649342" y="320495"/>
                  <a:pt x="6720840" y="384048"/>
                </a:cubicBezTo>
                <a:cubicBezTo>
                  <a:pt x="6748272" y="408432"/>
                  <a:pt x="6770308" y="440786"/>
                  <a:pt x="6803136" y="457200"/>
                </a:cubicBezTo>
                <a:cubicBezTo>
                  <a:pt x="6833616" y="472440"/>
                  <a:pt x="6870192" y="469392"/>
                  <a:pt x="6903720" y="475488"/>
                </a:cubicBezTo>
                <a:cubicBezTo>
                  <a:pt x="6946392" y="457200"/>
                  <a:pt x="6997451" y="451927"/>
                  <a:pt x="7031736" y="420624"/>
                </a:cubicBezTo>
                <a:cubicBezTo>
                  <a:pt x="7071111" y="384673"/>
                  <a:pt x="7084456" y="327827"/>
                  <a:pt x="7114032" y="283464"/>
                </a:cubicBezTo>
                <a:cubicBezTo>
                  <a:pt x="7133309" y="254548"/>
                  <a:pt x="7156704" y="228600"/>
                  <a:pt x="7178040" y="201168"/>
                </a:cubicBezTo>
                <a:cubicBezTo>
                  <a:pt x="7208520" y="216408"/>
                  <a:pt x="7245383" y="222791"/>
                  <a:pt x="7269480" y="246888"/>
                </a:cubicBezTo>
                <a:cubicBezTo>
                  <a:pt x="7402808" y="380216"/>
                  <a:pt x="7305792" y="375611"/>
                  <a:pt x="7452360" y="466344"/>
                </a:cubicBezTo>
                <a:cubicBezTo>
                  <a:pt x="7482694" y="485122"/>
                  <a:pt x="7519416" y="490728"/>
                  <a:pt x="7552944" y="502920"/>
                </a:cubicBezTo>
                <a:cubicBezTo>
                  <a:pt x="7583424" y="499872"/>
                  <a:pt x="7616986" y="507475"/>
                  <a:pt x="7644384" y="493776"/>
                </a:cubicBezTo>
                <a:cubicBezTo>
                  <a:pt x="7856525" y="387706"/>
                  <a:pt x="7606055" y="436550"/>
                  <a:pt x="7781544" y="411480"/>
                </a:cubicBezTo>
                <a:cubicBezTo>
                  <a:pt x="7830859" y="456686"/>
                  <a:pt x="8045983" y="659990"/>
                  <a:pt x="8083296" y="658368"/>
                </a:cubicBezTo>
                <a:cubicBezTo>
                  <a:pt x="8177104" y="654289"/>
                  <a:pt x="8235696" y="548640"/>
                  <a:pt x="8311896" y="493776"/>
                </a:cubicBezTo>
                <a:cubicBezTo>
                  <a:pt x="8357088" y="318656"/>
                  <a:pt x="8343292" y="235212"/>
                  <a:pt x="8449056" y="118872"/>
                </a:cubicBezTo>
                <a:cubicBezTo>
                  <a:pt x="8455540" y="111740"/>
                  <a:pt x="8467867" y="114039"/>
                  <a:pt x="8476488" y="109728"/>
                </a:cubicBezTo>
                <a:cubicBezTo>
                  <a:pt x="8486318" y="104813"/>
                  <a:pt x="8495477" y="98475"/>
                  <a:pt x="8503920" y="91440"/>
                </a:cubicBezTo>
                <a:cubicBezTo>
                  <a:pt x="8550615" y="52527"/>
                  <a:pt x="8508722" y="69665"/>
                  <a:pt x="8567928" y="54864"/>
                </a:cubicBezTo>
                <a:cubicBezTo>
                  <a:pt x="8580120" y="57912"/>
                  <a:pt x="8592063" y="62231"/>
                  <a:pt x="8604504" y="64008"/>
                </a:cubicBezTo>
                <a:cubicBezTo>
                  <a:pt x="8656153" y="71386"/>
                  <a:pt x="8709076" y="70733"/>
                  <a:pt x="8759952" y="82296"/>
                </a:cubicBezTo>
                <a:cubicBezTo>
                  <a:pt x="8777283" y="86235"/>
                  <a:pt x="8790432" y="100584"/>
                  <a:pt x="8805672" y="109728"/>
                </a:cubicBezTo>
                <a:cubicBezTo>
                  <a:pt x="8830056" y="106680"/>
                  <a:pt x="8856237" y="90904"/>
                  <a:pt x="8878824" y="100584"/>
                </a:cubicBezTo>
                <a:cubicBezTo>
                  <a:pt x="8904653" y="111654"/>
                  <a:pt x="8914567" y="144000"/>
                  <a:pt x="8933688" y="164592"/>
                </a:cubicBezTo>
                <a:cubicBezTo>
                  <a:pt x="8954220" y="186703"/>
                  <a:pt x="8976360" y="207264"/>
                  <a:pt x="8997696" y="228600"/>
                </a:cubicBezTo>
                <a:cubicBezTo>
                  <a:pt x="9031224" y="222504"/>
                  <a:pt x="9067139" y="224152"/>
                  <a:pt x="9098280" y="210312"/>
                </a:cubicBezTo>
                <a:cubicBezTo>
                  <a:pt x="9154871" y="185160"/>
                  <a:pt x="9155001" y="150203"/>
                  <a:pt x="9198864" y="118872"/>
                </a:cubicBezTo>
                <a:cubicBezTo>
                  <a:pt x="9206707" y="113270"/>
                  <a:pt x="9217152" y="112776"/>
                  <a:pt x="9226296" y="109728"/>
                </a:cubicBezTo>
                <a:cubicBezTo>
                  <a:pt x="9316685" y="182039"/>
                  <a:pt x="9231438" y="102348"/>
                  <a:pt x="9308592" y="228600"/>
                </a:cubicBezTo>
                <a:cubicBezTo>
                  <a:pt x="9326714" y="258254"/>
                  <a:pt x="9351264" y="283464"/>
                  <a:pt x="9372600" y="310896"/>
                </a:cubicBezTo>
                <a:cubicBezTo>
                  <a:pt x="9444164" y="287041"/>
                  <a:pt x="9391404" y="312624"/>
                  <a:pt x="9445752" y="173736"/>
                </a:cubicBezTo>
                <a:cubicBezTo>
                  <a:pt x="9481604" y="82114"/>
                  <a:pt x="9458320" y="103444"/>
                  <a:pt x="9518904" y="73152"/>
                </a:cubicBezTo>
                <a:cubicBezTo>
                  <a:pt x="9531096" y="85344"/>
                  <a:pt x="9546489" y="95016"/>
                  <a:pt x="9555480" y="109728"/>
                </a:cubicBezTo>
                <a:cubicBezTo>
                  <a:pt x="9648017" y="261153"/>
                  <a:pt x="9570406" y="213203"/>
                  <a:pt x="9656064" y="256032"/>
                </a:cubicBezTo>
                <a:cubicBezTo>
                  <a:pt x="9665208" y="246888"/>
                  <a:pt x="9675507" y="238768"/>
                  <a:pt x="9683496" y="228600"/>
                </a:cubicBezTo>
                <a:cubicBezTo>
                  <a:pt x="9709109" y="196001"/>
                  <a:pt x="9728634" y="158576"/>
                  <a:pt x="9756648" y="128016"/>
                </a:cubicBezTo>
                <a:cubicBezTo>
                  <a:pt x="9763161" y="120911"/>
                  <a:pt x="9774936" y="121920"/>
                  <a:pt x="9784080" y="118872"/>
                </a:cubicBezTo>
                <a:cubicBezTo>
                  <a:pt x="9867706" y="160685"/>
                  <a:pt x="9841151" y="135646"/>
                  <a:pt x="9902952" y="246888"/>
                </a:cubicBezTo>
                <a:cubicBezTo>
                  <a:pt x="9923626" y="284102"/>
                  <a:pt x="10060509" y="557659"/>
                  <a:pt x="10104120" y="621792"/>
                </a:cubicBezTo>
                <a:cubicBezTo>
                  <a:pt x="10120873" y="646429"/>
                  <a:pt x="10206881" y="740429"/>
                  <a:pt x="10241280" y="758952"/>
                </a:cubicBezTo>
                <a:cubicBezTo>
                  <a:pt x="10257604" y="767742"/>
                  <a:pt x="10277856" y="765048"/>
                  <a:pt x="10296144" y="768096"/>
                </a:cubicBezTo>
                <a:cubicBezTo>
                  <a:pt x="10320528" y="740664"/>
                  <a:pt x="10349398" y="716641"/>
                  <a:pt x="10369296" y="685800"/>
                </a:cubicBezTo>
                <a:cubicBezTo>
                  <a:pt x="10544307" y="414533"/>
                  <a:pt x="10419286" y="568101"/>
                  <a:pt x="10552176" y="320040"/>
                </a:cubicBezTo>
                <a:cubicBezTo>
                  <a:pt x="10594830" y="240420"/>
                  <a:pt x="10635340" y="209444"/>
                  <a:pt x="10698480" y="146304"/>
                </a:cubicBezTo>
                <a:lnTo>
                  <a:pt x="10725912" y="118872"/>
                </a:lnTo>
                <a:cubicBezTo>
                  <a:pt x="10765536" y="137160"/>
                  <a:pt x="10809871" y="147552"/>
                  <a:pt x="10844784" y="173736"/>
                </a:cubicBezTo>
                <a:cubicBezTo>
                  <a:pt x="11072254" y="344338"/>
                  <a:pt x="10816876" y="210074"/>
                  <a:pt x="10945368" y="274320"/>
                </a:cubicBezTo>
                <a:cubicBezTo>
                  <a:pt x="11043549" y="200684"/>
                  <a:pt x="10901034" y="314436"/>
                  <a:pt x="11027664" y="173736"/>
                </a:cubicBezTo>
                <a:cubicBezTo>
                  <a:pt x="11036783" y="163604"/>
                  <a:pt x="11052048" y="161544"/>
                  <a:pt x="11064240" y="155448"/>
                </a:cubicBezTo>
                <a:cubicBezTo>
                  <a:pt x="11082528" y="161544"/>
                  <a:pt x="11105145" y="160441"/>
                  <a:pt x="11119104" y="173736"/>
                </a:cubicBezTo>
                <a:cubicBezTo>
                  <a:pt x="11170820" y="222989"/>
                  <a:pt x="11205765" y="287829"/>
                  <a:pt x="11256264" y="338328"/>
                </a:cubicBezTo>
                <a:lnTo>
                  <a:pt x="11301984" y="384048"/>
                </a:lnTo>
                <a:cubicBezTo>
                  <a:pt x="11350752" y="368808"/>
                  <a:pt x="11404475" y="364616"/>
                  <a:pt x="11448288" y="338328"/>
                </a:cubicBezTo>
                <a:cubicBezTo>
                  <a:pt x="11483451" y="317230"/>
                  <a:pt x="11499449" y="273575"/>
                  <a:pt x="11530584" y="246888"/>
                </a:cubicBezTo>
                <a:cubicBezTo>
                  <a:pt x="11543046" y="236206"/>
                  <a:pt x="11561064" y="234696"/>
                  <a:pt x="11576304" y="228600"/>
                </a:cubicBezTo>
                <a:cubicBezTo>
                  <a:pt x="11597640" y="252984"/>
                  <a:pt x="11623331" y="274158"/>
                  <a:pt x="11640312" y="301752"/>
                </a:cubicBezTo>
                <a:cubicBezTo>
                  <a:pt x="11742614" y="467993"/>
                  <a:pt x="11692675" y="457856"/>
                  <a:pt x="11814048" y="603504"/>
                </a:cubicBezTo>
                <a:cubicBezTo>
                  <a:pt x="11840300" y="635006"/>
                  <a:pt x="11875008" y="658368"/>
                  <a:pt x="11905488" y="685800"/>
                </a:cubicBezTo>
                <a:cubicBezTo>
                  <a:pt x="11939016" y="667512"/>
                  <a:pt x="11980699" y="659481"/>
                  <a:pt x="12006072" y="630936"/>
                </a:cubicBezTo>
                <a:cubicBezTo>
                  <a:pt x="12032397" y="601321"/>
                  <a:pt x="12039262" y="558799"/>
                  <a:pt x="12051792" y="521208"/>
                </a:cubicBezTo>
                <a:cubicBezTo>
                  <a:pt x="12069798" y="467189"/>
                  <a:pt x="12079506" y="410635"/>
                  <a:pt x="12097512" y="356616"/>
                </a:cubicBezTo>
                <a:cubicBezTo>
                  <a:pt x="12100560" y="347472"/>
                  <a:pt x="12104565" y="338593"/>
                  <a:pt x="12106656" y="329184"/>
                </a:cubicBezTo>
                <a:cubicBezTo>
                  <a:pt x="12130773" y="220659"/>
                  <a:pt x="12098048" y="324707"/>
                  <a:pt x="12134088" y="228600"/>
                </a:cubicBezTo>
                <a:cubicBezTo>
                  <a:pt x="12137472" y="219575"/>
                  <a:pt x="12140894" y="210519"/>
                  <a:pt x="12143232" y="201168"/>
                </a:cubicBezTo>
                <a:cubicBezTo>
                  <a:pt x="12147001" y="186090"/>
                  <a:pt x="12146919" y="170000"/>
                  <a:pt x="12152376" y="155448"/>
                </a:cubicBezTo>
                <a:cubicBezTo>
                  <a:pt x="12156235" y="145158"/>
                  <a:pt x="12164568" y="137160"/>
                  <a:pt x="12170664" y="128016"/>
                </a:cubicBezTo>
                <a:lnTo>
                  <a:pt x="12188952" y="54864"/>
                </a:lnTo>
                <a:cubicBezTo>
                  <a:pt x="12199749" y="11676"/>
                  <a:pt x="12192476" y="7048"/>
                  <a:pt x="12207240" y="36576"/>
                </a:cubicBezTo>
              </a:path>
            </a:pathLst>
          </a:custGeom>
          <a:solidFill xmlns:a="http://schemas.openxmlformats.org/drawingml/2006/main">
            <a:srgbClr val="92D05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5935897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2026-06-21T06:13:34.1380000Z</dcterms:created>
  <dcterms:modified xsi:type="dcterms:W3CDTF">2026-06-21T06:13:34.1380000Z</dcterms:modified>
</coreProperties>
</file>